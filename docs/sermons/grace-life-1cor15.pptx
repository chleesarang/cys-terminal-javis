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</p:sldIdLst>
  <p:notesMasterIdLst>
    <p:notesMasterId r:id="rId3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설교 전 봉독" id="{98634ac2-7a78-22e2-5f03-ab451b238856}">
          <p14:sldIdLst>
            <p14:sldId id="256"/>
            <p14:sldId id="257"/>
            <p14:sldId id="258"/>
            <p14:sldId id="259"/>
            <p14:sldId id="260"/>
            <p14:sldId id="261"/>
          </p14:sldIdLst>
        </p14:section>
        <p14:section name="서론" id="{c7587437-1286-4d0e-a797-716e1bfd5f06}">
          <p14:sldIdLst>
            <p14:sldId id="262"/>
            <p14:sldId id="263"/>
            <p14:sldId id="264"/>
          </p14:sldIdLst>
        </p14:section>
        <p14:section name="대지 1" id="{abc5eea1-b70e-8bd8-820d-6f731eb3e51c}">
          <p14:sldIdLst>
            <p14:sldId id="265"/>
            <p14:sldId id="266"/>
            <p14:sldId id="267"/>
            <p14:sldId id="268"/>
            <p14:sldId id="269"/>
            <p14:sldId id="270"/>
          </p14:sldIdLst>
        </p14:section>
        <p14:section name="대지 2" id="{0fda258c-08e2-ad59-5843-8f0f5d8a5e96}">
          <p14:sldIdLst>
            <p14:sldId id="271"/>
            <p14:sldId id="272"/>
            <p14:sldId id="273"/>
            <p14:sldId id="274"/>
            <p14:sldId id="275"/>
            <p14:sldId id="276"/>
            <p14:sldId id="277"/>
          </p14:sldIdLst>
        </p14:section>
        <p14:section name="대지 3" id="{20cd3562-ecfe-cdf2-8100-eeb85ac80767}">
          <p14:sldIdLst>
            <p14:sldId id="278"/>
            <p14:sldId id="279"/>
            <p14:sldId id="280"/>
            <p14:sldId id="281"/>
            <p14:sldId id="282"/>
            <p14:sldId id="283"/>
            <p14:sldId id="284"/>
            <p14:sldId id="285"/>
          </p14:sldIdLst>
        </p14:section>
        <p14:section name="결론" id="{00a79b3c-3f88-12db-7f33-708e96ae15aa}">
          <p14:sldIdLst>
            <p14:sldId id="286"/>
            <p14:sldId id="287"/>
            <p14:sldId id="288"/>
          </p14:sldIdLst>
        </p14:section>
        <p14:section name="예비 (숨김)" id="{00766c72-8b00-3cb7-aaa9-8eb9d635748d}">
          <p14:sldIdLst>
            <p14:sldId id="289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notesMaster" Target="notesMasters/notesMaster1.xml"/><Relationship Id="rId37" Type="http://schemas.openxmlformats.org/officeDocument/2006/relationships/presProps" Target="presProps.xml"/><Relationship Id="rId38" Type="http://schemas.openxmlformats.org/officeDocument/2006/relationships/viewProps" Target="viewProps.xml"/><Relationship Id="rId39" Type="http://schemas.openxmlformats.org/officeDocument/2006/relationships/theme" Target="theme/theme1.xml"/><Relationship Id="rId4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[예배 순서 · 성경 봉독 직전] 이 표지를 띄워 두었다가, 봉독이 시작되면 다음 장(15:1–2)으로 넘깁니다.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[설교 전 봉독] 15:1–10을 다섯 장에 나누었습니다. 읽는 속도에 맞춰 넘깁니다.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[봉독 계속]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[봉독 계속]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[봉독 계속]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[봉독 끝] 설교자가 강단에 서면 표지나 검은 화면으로 바꿉니다. 인사와 남편들 이야기 동안에는 화면을 띄우지 않습니다.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[서론 · 지금 우리에게 필요한 '총'] 설교자가 "교회 안에도 총이 있습니다. 눈총입니다" 할 때 띄웁니다. "은총입니다"에서 마지막 단어가 눈에 들어오도록 잠깐 둡니다.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[서론 · 10절 합독] 설교자: "그리고 10절입니다. 다 함께 읽겠습니다". 금색 세 곳이 '은혜' 세 번입니다.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[서론 끝 · 세 가지] 설교자가 "오늘 '은혜로 사는 인생'을 세 가지로 나누겠습니다" 할 때 띄웁니다.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[대지 1 시작] 설교자가 "요즘 '은혜 받았다'는 말을 어떻게 씁니까?" 할 때 띄웁니다. 바울의 이력서까지 그대로 둡니다.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[대지 1 · 바울의 이력서] 설교자가 "그런 바울이 자기를 무엇이라고 소개합니까? 8절" 할 때 띄웁니다. 합독하지 않습니다. '라떼는 말이야'와 주방 봉사 이야기 동안 그대로 둡니다.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[대지 1 · 10절 "그러나"] 설교자가 "카리티 데 테우 에이미 호 에이미" 할 때 띄웁니다.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[대지 1 · 빌 3:8 합독] 설교자: "바울은 자기가 가졌던 것을 이렇게 말합니다. 다 함께 읽겠습니다".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[대지 1 · 명함은 바뀌어도] 피크 문장을 외칠 때 띄웁니다. 이어령 선생 이야기 동안 그대로 둡니다.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[대지 1 · ★명언] 설교자가 "그가 늘그막에 이 10절을 두고 이렇게 말했다고 전해집니다" 할 때 띄웁니다. 호소 기도가 시작되면 화면을 내립니다.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[대지 2 시작] 설교자가 "그러면 은혜로 된 그 바울은, 어떻게 살았습니까?" 할 때 띄웁니다.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[대지 2 · 헛되지 않은 은혜] 합독하지 않습니다. 케네 · 코피아오 설명과 천막 짓는 바울 이야기 동안 둡니다.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[대지 2 · 고후 11:27 합독] 설교자: "그리고 27절, 다 함께 읽겠습니다". 「수고하신 세월」 동안 그대로 둡니다.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[대지 2 · 쉰 에모이] 설교자가 "'나와 함께' — 헬라어로 '쉰 에모이'" 할 때 띄웁니다.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[대지 2 · ★명언] 설교자가 "제리 브리지스는 … 꼭 맞는 말을 남겼습니다" 할 때 띄웁니다.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[대지 2 · 아침마다 새로운 은혜] 설교자: "예레미야는 이렇게 노래했습니다. 다 함께 읽겠습니다".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[대지 2 · 만나] 피크 문장을 외칠 때 띄웁니다. 동행 훈련(말씀 · 기도 · 프리웨이) 동안 그대로 두고, 호소 기도가 시작되면 화면을 내립니다.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[대지 3 시작] 설교자가 "그러면 이 은혜는 어디서 왔습니까?" 할 때 띄웁니다.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[대지 3 · 15:3–4 합독] 설교자: "'엔 프로토이스', 가장 중요한 것 … 다 함께 읽겠습니다". 다메섹 이야기 동안 그대로 둡니다.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[대지 3 · 롬 5:8 합독] 설교자: "그 '내게도'에, 바울의 눈물이 담겨 있습니다. 다 함께 읽겠습니다". The Great Exchange까지 그대로 둡니다.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[대지 3 · 계산 밖의 은혜] 설교자가 "한 달란트는 육천 데나리온이고…" 할 때 띄웁니다. 위 줄(일만 달란트)을 말할 때 위를, "일백 데나리온"에서 아래를 가리킵니다.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[대지 3 · 값을 매길 수 없어서] 피크 문장을 외칠 때 띄웁니다.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[대지 3 · ★명언] 설교자가 "본회퍼는, 값싼 은혜와 값비싼 은혜를 이렇게 구별했습니다" 할 때 띄웁니다.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[대지 3 · 원수를 아들로] 설교자가 "그 가운데 세 가지만 읽겠습니다" 할 때 띄웁니다. 세 줄을 설교자가 천천히 읽습니다.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[대지 3 · 믿음도 은혜] 설교자: "내가 잘나서 믿은 것입니까? 다 함께 읽겠습니다". 꽃과 나비 이야기 동안 둡니다. 호소 기도가 시작되면 화면을 내립니다.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[결론 시작] 설교자가 "세상을 살아가는 우리의 힘겨운 모습을 봅니다" 할 때 띄웁니다.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[결론 · 갈릴리와 사해] 설교자가 "이스라엘에는 바다가 둘 있습니다" 할 때 띄웁니다. "우리 교회 최고!" 복창까지 그대로 둡니다.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[결론 · 회중 고백] 설교자가 "다 함께 고백하겠습니다" 할 때 띄웁니다. 마침 기도와 찬양 「하나님의 은혜」까지 띄워 두어도 좋습니다.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[예비 예화 · 숨김 — 왕의 강아지] 대지 1에서 시간이 남아 이 예화를 쓸 때만 띄웁니다. 슬라이드 쇼에서는 건너뜁니다.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2-1.png"/><Relationship Id="rId2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3-1.png"/><Relationship Id="rId2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4-1.png"/><Relationship Id="rId2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5-1.png"/><Relationship Id="rId2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6-1.png"/><Relationship Id="rId2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">
    <p:bg>
      <p:bgPr>
        <a:solidFill>
          <a:schemeClr val="tx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55768" y="1005840"/>
            <a:ext cx="1280160" cy="1280160"/>
          </a:xfrm>
          <a:prstGeom prst="rect">
            <a:avLst/>
          </a:prstGeom>
        </p:spPr>
      </p:pic>
      <p:sp>
        <p:nvSpPr>
          <p:cNvPr id="3" name="Text 0"/>
          <p:cNvSpPr/>
          <p:nvPr>
            <p:ph idx="101" type="title" hasCustomPrompt="1"/>
          </p:nvPr>
        </p:nvSpPr>
        <p:spPr>
          <a:xfrm>
            <a:off x="685800" y="2697480"/>
            <a:ext cx="10820095" cy="11887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ctr" indent="0" marL="0">
              <a:buNone/>
              <a:defRPr lang="en-US" sz="5400" b="1" dirty="0">
                <a:solidFill>
                  <a:schemeClr val="bg1"/>
                </a:solidFill>
              </a:defRPr>
            </a:lvl1pPr>
          </a:lstStyle>
          <a:p>
            <a:pPr algn="ctr" indent="0" marL="0">
              <a:buNone/>
            </a:pPr>
            <a:endParaRPr lang="en-US" sz="54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685800" y="3977640"/>
            <a:ext cx="10820095" cy="9144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ctr" indent="0" marL="0">
              <a:buNone/>
              <a:defRPr lang="en-US" sz="2600" dirty="0">
                <a:solidFill>
                  <a:schemeClr val="accent1"/>
                </a:solidFill>
              </a:defRPr>
            </a:lvl1pPr>
          </a:lstStyle>
          <a:p>
            <a:pPr algn="ctr" indent="0" marL="0">
              <a:buNone/>
            </a:pPr>
            <a:endParaRPr lang="en-US" sz="2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4652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IVIDER">
    <p:bg>
      <p:bgPr>
        <a:solidFill>
          <a:schemeClr val="tx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38648" y="914400"/>
            <a:ext cx="914400" cy="914400"/>
          </a:xfrm>
          <a:prstGeom prst="rect">
            <a:avLst/>
          </a:prstGeom>
        </p:spPr>
      </p:pic>
      <p:sp>
        <p:nvSpPr>
          <p:cNvPr id="3" name="Text 0"/>
          <p:cNvSpPr/>
          <p:nvPr>
            <p:ph idx="101" type="body" hasCustomPrompt="1"/>
          </p:nvPr>
        </p:nvSpPr>
        <p:spPr>
          <a:xfrm>
            <a:off x="685800" y="2148840"/>
            <a:ext cx="10820095" cy="6400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ctr" indent="0" marL="0">
              <a:buNone/>
              <a:defRPr lang="en-US" sz="2600" b="1" dirty="0">
                <a:solidFill>
                  <a:schemeClr val="accent1"/>
                </a:solidFill>
              </a:defRPr>
            </a:lvl1pPr>
          </a:lstStyle>
          <a:p>
            <a:pPr algn="ctr" indent="0" marL="0">
              <a:buNone/>
            </a:pPr>
            <a:endParaRPr lang="en-US" sz="2600" dirty="0"/>
          </a:p>
        </p:txBody>
      </p:sp>
      <p:sp>
        <p:nvSpPr>
          <p:cNvPr id="4" name="Text 0"/>
          <p:cNvSpPr/>
          <p:nvPr>
            <p:ph idx="102" type="title" hasCustomPrompt="1"/>
          </p:nvPr>
        </p:nvSpPr>
        <p:spPr>
          <a:xfrm>
            <a:off x="685800" y="2880360"/>
            <a:ext cx="10820095" cy="23774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ctr" indent="0" marL="0">
              <a:buNone/>
              <a:defRPr lang="en-US" sz="4600" b="1" dirty="0">
                <a:solidFill>
                  <a:schemeClr val="bg1"/>
                </a:solidFill>
              </a:defRPr>
            </a:lvl1pPr>
          </a:lstStyle>
          <a:p>
            <a:pPr algn="ctr" indent="0" marL="0">
              <a:buNone/>
            </a:pPr>
            <a:endParaRPr lang="en-US" sz="4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4652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CRIPTURE">
    <p:bg>
      <p:bgPr>
        <a:solidFill>
          <a:schemeClr val="tx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512064"/>
            <a:ext cx="420624" cy="420624"/>
          </a:xfrm>
          <a:prstGeom prst="rect">
            <a:avLst/>
          </a:prstGeom>
        </p:spPr>
      </p:pic>
      <p:sp>
        <p:nvSpPr>
          <p:cNvPr id="3" name="Text 0"/>
          <p:cNvSpPr/>
          <p:nvPr>
            <p:ph idx="101" type="title" hasCustomPrompt="1"/>
          </p:nvPr>
        </p:nvSpPr>
        <p:spPr>
          <a:xfrm>
            <a:off x="1234440" y="438912"/>
            <a:ext cx="10271455" cy="566928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400" b="1" dirty="0">
                <a:solidFill>
                  <a:schemeClr val="accent1"/>
                </a:solidFill>
              </a:defRPr>
            </a:lvl1pPr>
          </a:lstStyle>
          <a:p>
            <a:pPr algn="l" indent="0" marL="0">
              <a:buNone/>
            </a:pPr>
            <a:endParaRPr lang="en-US" sz="24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685800" y="1325880"/>
            <a:ext cx="10820095" cy="46634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4652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">
    <p:bg>
      <p:bgPr>
        <a:solidFill>
          <a:schemeClr val="tx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512064"/>
            <a:ext cx="420624" cy="420624"/>
          </a:xfrm>
          <a:prstGeom prst="rect">
            <a:avLst/>
          </a:prstGeom>
        </p:spPr>
      </p:pic>
      <p:sp>
        <p:nvSpPr>
          <p:cNvPr id="3" name="Text 0"/>
          <p:cNvSpPr/>
          <p:nvPr>
            <p:ph idx="101" type="title" hasCustomPrompt="1"/>
          </p:nvPr>
        </p:nvSpPr>
        <p:spPr>
          <a:xfrm>
            <a:off x="1234440" y="438912"/>
            <a:ext cx="10271455" cy="566928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400" b="1" dirty="0">
                <a:solidFill>
                  <a:schemeClr val="accent1"/>
                </a:solidFill>
              </a:defRPr>
            </a:lvl1pPr>
          </a:lstStyle>
          <a:p>
            <a:pPr algn="l" indent="0" marL="0">
              <a:buNone/>
            </a:pPr>
            <a:endParaRPr lang="en-US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4652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1005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ESSAGE">
    <p:bg>
      <p:bgPr>
        <a:solidFill>
          <a:schemeClr val="tx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75808" y="960120"/>
            <a:ext cx="640080" cy="64008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4652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1006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4652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3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title" hasCustomPrompt="1"/>
          </p:nvPr>
        </p:nvSpPr>
        <p:spPr>
          <a:xfrm>
            <a:off x="685800" y="2697480"/>
            <a:ext cx="10820095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chemeClr val="bg1"/>
                </a:solidFill>
              </a:rPr>
              <a:t>은혜로 사는 인생</a:t>
            </a:r>
            <a:endParaRPr lang="en-US" sz="5400" dirty="0"/>
          </a:p>
        </p:txBody>
      </p:sp>
      <p:sp>
        <p:nvSpPr>
          <p:cNvPr id="3" name="Text 0"/>
          <p:cNvSpPr/>
          <p:nvPr>
            <p:ph idx="102" type="body" hasCustomPrompt="1"/>
          </p:nvPr>
        </p:nvSpPr>
        <p:spPr>
          <a:xfrm>
            <a:off x="685800" y="3977640"/>
            <a:ext cx="1082009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600" dirty="0">
                <a:solidFill>
                  <a:schemeClr val="accent1"/>
                </a:solidFill>
              </a:rPr>
              <a:t>고린도전서 15:1–10</a:t>
            </a:r>
            <a:endParaRPr lang="en-US" sz="2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4652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title" hasCustomPrompt="1"/>
          </p:nvPr>
        </p:nvSpPr>
        <p:spPr>
          <a:xfrm>
            <a:off x="1234440" y="438912"/>
            <a:ext cx="1027145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chemeClr val="accent1"/>
                </a:solidFill>
              </a:rPr>
              <a:t>고린도전서 15:1–2</a:t>
            </a:r>
            <a:endParaRPr lang="en-US" sz="2400" dirty="0"/>
          </a:p>
        </p:txBody>
      </p:sp>
      <p:sp>
        <p:nvSpPr>
          <p:cNvPr id="3" name="Text 0"/>
          <p:cNvSpPr/>
          <p:nvPr>
            <p:ph idx="102" type="body" hasCustomPrompt="1"/>
          </p:nvPr>
        </p:nvSpPr>
        <p:spPr>
          <a:xfrm>
            <a:off x="685800" y="1325880"/>
            <a:ext cx="10820095" cy="4663440"/>
          </a:xfrm>
          <a:prstGeom prst="rect">
            <a:avLst/>
          </a:prstGeom>
          <a:noFill/>
          <a:ln/>
        </p:spPr>
        <p:txBody>
          <a:bodyPr wrap="square" lIns="0" tIns="50800" rIns="5080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ko-KR" altLang="en-US" sz="2200" b="1" dirty="0">
                <a:solidFill>
                  <a:schemeClr val="accent2"/>
                </a:solidFill>
              </a:rPr>
              <a:t>1  </a:t>
            </a:r>
            <a:pPr algn="l" indent="0" marL="0">
              <a:lnSpc>
                <a:spcPct val="110000"/>
              </a:lnSpc>
              <a:buNone/>
            </a:pPr>
            <a:r>
              <a:rPr lang="ko-KR" altLang="en-US" sz="4000" dirty="0">
                <a:solidFill>
                  <a:schemeClr val="bg1"/>
                </a:solidFill>
              </a:rPr>
              <a:t>형제들아 내가 너희에게 전한 복음을</a:t>
            </a:r>
            <a:endParaRPr lang="en-US" sz="2200" dirty="0"/>
          </a:p>
          <a:p>
            <a:pPr algn="l" indent="0" marL="0">
              <a:lnSpc>
                <a:spcPct val="110000"/>
              </a:lnSpc>
              <a:buNone/>
            </a:pPr>
            <a:r>
              <a:rPr lang="ko-KR" altLang="en-US" sz="4000" dirty="0">
                <a:solidFill>
                  <a:schemeClr val="bg1"/>
                </a:solidFill>
              </a:rPr>
              <a:t>너희에게 알게 하노니 이는 너희가 받은</a:t>
            </a:r>
            <a:endParaRPr lang="en-US" sz="2200" dirty="0"/>
          </a:p>
          <a:p>
            <a:pPr algn="l" indent="0" marL="0">
              <a:lnSpc>
                <a:spcPct val="110000"/>
              </a:lnSpc>
              <a:buNone/>
            </a:pPr>
            <a:r>
              <a:rPr lang="ko-KR" altLang="en-US" sz="4000" dirty="0">
                <a:solidFill>
                  <a:schemeClr val="bg1"/>
                </a:solidFill>
              </a:rPr>
              <a:t>것이요 또 그 가운데 선 것이라</a:t>
            </a:r>
            <a:endParaRPr lang="en-US" sz="2200" dirty="0"/>
          </a:p>
          <a:p>
            <a:pPr algn="l" indent="0" marL="0">
              <a:lnSpc>
                <a:spcPct val="110000"/>
              </a:lnSpc>
              <a:spcBef>
                <a:spcPts val="1000"/>
              </a:spcBef>
              <a:buNone/>
            </a:pPr>
            <a:r>
              <a:rPr lang="ko-KR" altLang="en-US" sz="2200" b="1" dirty="0">
                <a:solidFill>
                  <a:schemeClr val="accent2"/>
                </a:solidFill>
              </a:rPr>
              <a:t>2  </a:t>
            </a:r>
            <a:pPr algn="l" indent="0" marL="0">
              <a:lnSpc>
                <a:spcPct val="110000"/>
              </a:lnSpc>
              <a:spcBef>
                <a:spcPts val="1000"/>
              </a:spcBef>
              <a:buNone/>
            </a:pPr>
            <a:r>
              <a:rPr lang="ko-KR" altLang="en-US" sz="4000" dirty="0">
                <a:solidFill>
                  <a:schemeClr val="bg1"/>
                </a:solidFill>
              </a:rPr>
              <a:t>너희가 만일 내가 전한 그 말을 굳게</a:t>
            </a:r>
            <a:endParaRPr lang="en-US" sz="2200" dirty="0"/>
          </a:p>
          <a:p>
            <a:pPr algn="l" indent="0" marL="0">
              <a:lnSpc>
                <a:spcPct val="110000"/>
              </a:lnSpc>
              <a:buNone/>
            </a:pPr>
            <a:r>
              <a:rPr lang="ko-KR" altLang="en-US" sz="4000" dirty="0">
                <a:solidFill>
                  <a:schemeClr val="bg1"/>
                </a:solidFill>
              </a:rPr>
              <a:t>지키고 헛되이 믿지 아니하였으면 그로</a:t>
            </a:r>
            <a:endParaRPr lang="en-US" sz="2200" dirty="0"/>
          </a:p>
          <a:p>
            <a:pPr algn="l" indent="0" marL="0">
              <a:lnSpc>
                <a:spcPct val="110000"/>
              </a:lnSpc>
              <a:buNone/>
            </a:pPr>
            <a:r>
              <a:rPr lang="ko-KR" altLang="en-US" sz="4000" dirty="0">
                <a:solidFill>
                  <a:schemeClr val="bg1"/>
                </a:solidFill>
              </a:rPr>
              <a:t>말미암아 구원을 받으리라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4652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title" hasCustomPrompt="1"/>
          </p:nvPr>
        </p:nvSpPr>
        <p:spPr>
          <a:xfrm>
            <a:off x="1234440" y="438912"/>
            <a:ext cx="1027145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chemeClr val="accent1"/>
                </a:solidFill>
              </a:rPr>
              <a:t>고린도전서 15:3–4</a:t>
            </a:r>
            <a:endParaRPr lang="en-US" sz="2400" dirty="0"/>
          </a:p>
        </p:txBody>
      </p:sp>
      <p:sp>
        <p:nvSpPr>
          <p:cNvPr id="3" name="Text 0"/>
          <p:cNvSpPr/>
          <p:nvPr>
            <p:ph idx="102" type="body" hasCustomPrompt="1"/>
          </p:nvPr>
        </p:nvSpPr>
        <p:spPr>
          <a:xfrm>
            <a:off x="685800" y="1325880"/>
            <a:ext cx="10820095" cy="4663440"/>
          </a:xfrm>
          <a:prstGeom prst="rect">
            <a:avLst/>
          </a:prstGeom>
          <a:noFill/>
          <a:ln/>
        </p:spPr>
        <p:txBody>
          <a:bodyPr wrap="square" lIns="0" tIns="50800" rIns="5080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ko-KR" altLang="en-US" sz="2200" b="1" dirty="0">
                <a:solidFill>
                  <a:schemeClr val="accent2"/>
                </a:solidFill>
              </a:rPr>
              <a:t>3  </a:t>
            </a:r>
            <a:pPr algn="l" indent="0" marL="0">
              <a:lnSpc>
                <a:spcPct val="110000"/>
              </a:lnSpc>
              <a:buNone/>
            </a:pPr>
            <a:r>
              <a:rPr lang="ko-KR" altLang="en-US" sz="4000" dirty="0">
                <a:solidFill>
                  <a:schemeClr val="bg1"/>
                </a:solidFill>
              </a:rPr>
              <a:t>내가 받은 것을 먼저 너희에게 전하였노니</a:t>
            </a:r>
            <a:endParaRPr lang="en-US" sz="2200" dirty="0"/>
          </a:p>
          <a:p>
            <a:pPr algn="l" indent="0" marL="0">
              <a:lnSpc>
                <a:spcPct val="110000"/>
              </a:lnSpc>
              <a:buNone/>
            </a:pPr>
            <a:r>
              <a:rPr lang="ko-KR" altLang="en-US" sz="4000" dirty="0">
                <a:solidFill>
                  <a:schemeClr val="bg1"/>
                </a:solidFill>
              </a:rPr>
              <a:t>이는 성경대로 그리스도께서 우리 죄를</a:t>
            </a:r>
            <a:endParaRPr lang="en-US" sz="2200" dirty="0"/>
          </a:p>
          <a:p>
            <a:pPr algn="l" indent="0" marL="0">
              <a:lnSpc>
                <a:spcPct val="110000"/>
              </a:lnSpc>
              <a:buNone/>
            </a:pPr>
            <a:r>
              <a:rPr lang="ko-KR" altLang="en-US" sz="4000" dirty="0">
                <a:solidFill>
                  <a:schemeClr val="bg1"/>
                </a:solidFill>
              </a:rPr>
              <a:t>위하여 죽으시고</a:t>
            </a:r>
            <a:endParaRPr lang="en-US" sz="2200" dirty="0"/>
          </a:p>
          <a:p>
            <a:pPr algn="l" indent="0" marL="0">
              <a:lnSpc>
                <a:spcPct val="110000"/>
              </a:lnSpc>
              <a:spcBef>
                <a:spcPts val="1000"/>
              </a:spcBef>
              <a:buNone/>
            </a:pPr>
            <a:r>
              <a:rPr lang="ko-KR" altLang="en-US" sz="2200" b="1" dirty="0">
                <a:solidFill>
                  <a:schemeClr val="accent2"/>
                </a:solidFill>
              </a:rPr>
              <a:t>4  </a:t>
            </a:r>
            <a:pPr algn="l" indent="0" marL="0">
              <a:lnSpc>
                <a:spcPct val="110000"/>
              </a:lnSpc>
              <a:spcBef>
                <a:spcPts val="1000"/>
              </a:spcBef>
              <a:buNone/>
            </a:pPr>
            <a:r>
              <a:rPr lang="ko-KR" altLang="en-US" sz="4000" dirty="0">
                <a:solidFill>
                  <a:schemeClr val="bg1"/>
                </a:solidFill>
              </a:rPr>
              <a:t>장사 지낸 바 되셨다가 성경대로 사흘</a:t>
            </a:r>
            <a:endParaRPr lang="en-US" sz="2200" dirty="0"/>
          </a:p>
          <a:p>
            <a:pPr algn="l" indent="0" marL="0">
              <a:lnSpc>
                <a:spcPct val="110000"/>
              </a:lnSpc>
              <a:buNone/>
            </a:pPr>
            <a:r>
              <a:rPr lang="ko-KR" altLang="en-US" sz="4000" dirty="0">
                <a:solidFill>
                  <a:schemeClr val="bg1"/>
                </a:solidFill>
              </a:rPr>
              <a:t>만에 다시 살아나사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4652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title" hasCustomPrompt="1"/>
          </p:nvPr>
        </p:nvSpPr>
        <p:spPr>
          <a:xfrm>
            <a:off x="1234440" y="438912"/>
            <a:ext cx="1027145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chemeClr val="accent1"/>
                </a:solidFill>
              </a:rPr>
              <a:t>고린도전서 15:5–7</a:t>
            </a:r>
            <a:endParaRPr lang="en-US" sz="2400" dirty="0"/>
          </a:p>
        </p:txBody>
      </p:sp>
      <p:sp>
        <p:nvSpPr>
          <p:cNvPr id="3" name="Text 0"/>
          <p:cNvSpPr/>
          <p:nvPr>
            <p:ph idx="102" type="body" hasCustomPrompt="1"/>
          </p:nvPr>
        </p:nvSpPr>
        <p:spPr>
          <a:xfrm>
            <a:off x="685800" y="1325880"/>
            <a:ext cx="10820095" cy="4663440"/>
          </a:xfrm>
          <a:prstGeom prst="rect">
            <a:avLst/>
          </a:prstGeom>
          <a:noFill/>
          <a:ln/>
        </p:spPr>
        <p:txBody>
          <a:bodyPr wrap="square" lIns="0" tIns="50800" rIns="5080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ko-KR" altLang="en-US" sz="2200" b="1" dirty="0">
                <a:solidFill>
                  <a:schemeClr val="accent2"/>
                </a:solidFill>
              </a:rPr>
              <a:t>5  </a:t>
            </a:r>
            <a:pPr algn="l" indent="0" marL="0">
              <a:lnSpc>
                <a:spcPct val="110000"/>
              </a:lnSpc>
              <a:buNone/>
            </a:pPr>
            <a:r>
              <a:rPr lang="ko-KR" altLang="en-US" sz="4000" dirty="0">
                <a:solidFill>
                  <a:schemeClr val="bg1"/>
                </a:solidFill>
              </a:rPr>
              <a:t>게바에게 보이시고 후에 열두 제자에게와</a:t>
            </a:r>
            <a:endParaRPr lang="en-US" sz="2200" dirty="0"/>
          </a:p>
          <a:p>
            <a:pPr algn="l" indent="0" marL="0">
              <a:lnSpc>
                <a:spcPct val="110000"/>
              </a:lnSpc>
              <a:spcBef>
                <a:spcPts val="1000"/>
              </a:spcBef>
              <a:buNone/>
            </a:pPr>
            <a:r>
              <a:rPr lang="ko-KR" altLang="en-US" sz="2200" b="1" dirty="0">
                <a:solidFill>
                  <a:schemeClr val="accent2"/>
                </a:solidFill>
              </a:rPr>
              <a:t>6  </a:t>
            </a:r>
            <a:pPr algn="l" indent="0" marL="0">
              <a:lnSpc>
                <a:spcPct val="110000"/>
              </a:lnSpc>
              <a:spcBef>
                <a:spcPts val="1000"/>
              </a:spcBef>
              <a:buNone/>
            </a:pPr>
            <a:r>
              <a:rPr lang="ko-KR" altLang="en-US" sz="4000" dirty="0">
                <a:solidFill>
                  <a:schemeClr val="bg1"/>
                </a:solidFill>
              </a:rPr>
              <a:t>그 후에 오백여 형제에게 일시에</a:t>
            </a:r>
            <a:endParaRPr lang="en-US" sz="2200" dirty="0"/>
          </a:p>
          <a:p>
            <a:pPr algn="l" indent="0" marL="0">
              <a:lnSpc>
                <a:spcPct val="110000"/>
              </a:lnSpc>
              <a:buNone/>
            </a:pPr>
            <a:r>
              <a:rPr lang="ko-KR" altLang="en-US" sz="4000" dirty="0">
                <a:solidFill>
                  <a:schemeClr val="bg1"/>
                </a:solidFill>
              </a:rPr>
              <a:t>보이셨나니 그 중에 지금까지 대다수는</a:t>
            </a:r>
            <a:endParaRPr lang="en-US" sz="2200" dirty="0"/>
          </a:p>
          <a:p>
            <a:pPr algn="l" indent="0" marL="0">
              <a:lnSpc>
                <a:spcPct val="110000"/>
              </a:lnSpc>
              <a:buNone/>
            </a:pPr>
            <a:r>
              <a:rPr lang="ko-KR" altLang="en-US" sz="4000" dirty="0">
                <a:solidFill>
                  <a:schemeClr val="bg1"/>
                </a:solidFill>
              </a:rPr>
              <a:t>살아 있고 어떤 사람은 잠들었으며</a:t>
            </a:r>
            <a:endParaRPr lang="en-US" sz="2200" dirty="0"/>
          </a:p>
          <a:p>
            <a:pPr algn="l" indent="0" marL="0">
              <a:lnSpc>
                <a:spcPct val="110000"/>
              </a:lnSpc>
              <a:spcBef>
                <a:spcPts val="1000"/>
              </a:spcBef>
              <a:buNone/>
            </a:pPr>
            <a:r>
              <a:rPr lang="ko-KR" altLang="en-US" sz="2200" b="1" dirty="0">
                <a:solidFill>
                  <a:schemeClr val="accent2"/>
                </a:solidFill>
              </a:rPr>
              <a:t>7  </a:t>
            </a:r>
            <a:pPr algn="l" indent="0" marL="0">
              <a:lnSpc>
                <a:spcPct val="110000"/>
              </a:lnSpc>
              <a:spcBef>
                <a:spcPts val="1000"/>
              </a:spcBef>
              <a:buNone/>
            </a:pPr>
            <a:r>
              <a:rPr lang="ko-KR" altLang="en-US" sz="4000" dirty="0">
                <a:solidFill>
                  <a:schemeClr val="bg1"/>
                </a:solidFill>
              </a:rPr>
              <a:t>그 후에 야고보에게 보이셨으며 그 후에</a:t>
            </a:r>
            <a:endParaRPr lang="en-US" sz="2200" dirty="0"/>
          </a:p>
          <a:p>
            <a:pPr algn="l" indent="0" marL="0">
              <a:lnSpc>
                <a:spcPct val="110000"/>
              </a:lnSpc>
              <a:buNone/>
            </a:pPr>
            <a:r>
              <a:rPr lang="ko-KR" altLang="en-US" sz="4000" dirty="0">
                <a:solidFill>
                  <a:schemeClr val="bg1"/>
                </a:solidFill>
              </a:rPr>
              <a:t>모든 사도에게와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4652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title" hasCustomPrompt="1"/>
          </p:nvPr>
        </p:nvSpPr>
        <p:spPr>
          <a:xfrm>
            <a:off x="1234440" y="438912"/>
            <a:ext cx="1027145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chemeClr val="accent1"/>
                </a:solidFill>
              </a:rPr>
              <a:t>고린도전서 15:8–9</a:t>
            </a:r>
            <a:endParaRPr lang="en-US" sz="2400" dirty="0"/>
          </a:p>
        </p:txBody>
      </p:sp>
      <p:sp>
        <p:nvSpPr>
          <p:cNvPr id="3" name="Text 0"/>
          <p:cNvSpPr/>
          <p:nvPr>
            <p:ph idx="102" type="body" hasCustomPrompt="1"/>
          </p:nvPr>
        </p:nvSpPr>
        <p:spPr>
          <a:xfrm>
            <a:off x="685800" y="1325880"/>
            <a:ext cx="10820095" cy="4663440"/>
          </a:xfrm>
          <a:prstGeom prst="rect">
            <a:avLst/>
          </a:prstGeom>
          <a:noFill/>
          <a:ln/>
        </p:spPr>
        <p:txBody>
          <a:bodyPr wrap="square" lIns="0" tIns="50800" rIns="5080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ko-KR" altLang="en-US" sz="2200" b="1" dirty="0">
                <a:solidFill>
                  <a:schemeClr val="accent2"/>
                </a:solidFill>
              </a:rPr>
              <a:t>8  </a:t>
            </a:r>
            <a:pPr algn="l" indent="0" marL="0">
              <a:lnSpc>
                <a:spcPct val="110000"/>
              </a:lnSpc>
              <a:buNone/>
            </a:pPr>
            <a:r>
              <a:rPr lang="ko-KR" altLang="en-US" sz="4000" dirty="0">
                <a:solidFill>
                  <a:schemeClr val="bg1"/>
                </a:solidFill>
              </a:rPr>
              <a:t>맨 나중에 만삭되지 못하여 난 자 같은</a:t>
            </a:r>
            <a:endParaRPr lang="en-US" sz="2200" dirty="0"/>
          </a:p>
          <a:p>
            <a:pPr algn="l" indent="0" marL="0">
              <a:lnSpc>
                <a:spcPct val="110000"/>
              </a:lnSpc>
              <a:buNone/>
            </a:pPr>
            <a:r>
              <a:rPr lang="ko-KR" altLang="en-US" sz="4000" dirty="0">
                <a:solidFill>
                  <a:schemeClr val="bg1"/>
                </a:solidFill>
              </a:rPr>
              <a:t>내게도 보이셨느니라</a:t>
            </a:r>
            <a:endParaRPr lang="en-US" sz="2200" dirty="0"/>
          </a:p>
          <a:p>
            <a:pPr algn="l" indent="0" marL="0">
              <a:lnSpc>
                <a:spcPct val="110000"/>
              </a:lnSpc>
              <a:spcBef>
                <a:spcPts val="1000"/>
              </a:spcBef>
              <a:buNone/>
            </a:pPr>
            <a:r>
              <a:rPr lang="ko-KR" altLang="en-US" sz="2200" b="1" dirty="0">
                <a:solidFill>
                  <a:schemeClr val="accent2"/>
                </a:solidFill>
              </a:rPr>
              <a:t>9  </a:t>
            </a:r>
            <a:pPr algn="l" indent="0" marL="0">
              <a:lnSpc>
                <a:spcPct val="110000"/>
              </a:lnSpc>
              <a:spcBef>
                <a:spcPts val="1000"/>
              </a:spcBef>
              <a:buNone/>
            </a:pPr>
            <a:r>
              <a:rPr lang="ko-KR" altLang="en-US" sz="4000" dirty="0">
                <a:solidFill>
                  <a:schemeClr val="bg1"/>
                </a:solidFill>
              </a:rPr>
              <a:t>나는 사도 중에 가장 작은 자라 나는</a:t>
            </a:r>
            <a:endParaRPr lang="en-US" sz="2200" dirty="0"/>
          </a:p>
          <a:p>
            <a:pPr algn="l" indent="0" marL="0">
              <a:lnSpc>
                <a:spcPct val="110000"/>
              </a:lnSpc>
              <a:buNone/>
            </a:pPr>
            <a:r>
              <a:rPr lang="ko-KR" altLang="en-US" sz="4000" dirty="0">
                <a:solidFill>
                  <a:schemeClr val="bg1"/>
                </a:solidFill>
              </a:rPr>
              <a:t>하나님의 교회를 박해하였으므로 사도라</a:t>
            </a:r>
            <a:endParaRPr lang="en-US" sz="2200" dirty="0"/>
          </a:p>
          <a:p>
            <a:pPr algn="l" indent="0" marL="0">
              <a:lnSpc>
                <a:spcPct val="110000"/>
              </a:lnSpc>
              <a:buNone/>
            </a:pPr>
            <a:r>
              <a:rPr lang="ko-KR" altLang="en-US" sz="4000" dirty="0">
                <a:solidFill>
                  <a:schemeClr val="bg1"/>
                </a:solidFill>
              </a:rPr>
              <a:t>칭함 받기를 감당하지 못할 자니라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4652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title" hasCustomPrompt="1"/>
          </p:nvPr>
        </p:nvSpPr>
        <p:spPr>
          <a:xfrm>
            <a:off x="1234440" y="438912"/>
            <a:ext cx="1027145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chemeClr val="accent1"/>
                </a:solidFill>
              </a:rPr>
              <a:t>고린도전서 15:10</a:t>
            </a:r>
            <a:endParaRPr lang="en-US" sz="2400" dirty="0"/>
          </a:p>
        </p:txBody>
      </p:sp>
      <p:sp>
        <p:nvSpPr>
          <p:cNvPr id="3" name="Text 0"/>
          <p:cNvSpPr/>
          <p:nvPr>
            <p:ph idx="102" type="body" hasCustomPrompt="1"/>
          </p:nvPr>
        </p:nvSpPr>
        <p:spPr>
          <a:xfrm>
            <a:off x="685800" y="1325880"/>
            <a:ext cx="10820095" cy="4663440"/>
          </a:xfrm>
          <a:prstGeom prst="rect">
            <a:avLst/>
          </a:prstGeom>
          <a:noFill/>
          <a:ln/>
        </p:spPr>
        <p:txBody>
          <a:bodyPr wrap="square" lIns="0" tIns="50800" rIns="5080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ko-KR" altLang="en-US" sz="2200" b="1" dirty="0">
                <a:solidFill>
                  <a:schemeClr val="accent2"/>
                </a:solidFill>
              </a:rPr>
              <a:t>10  </a:t>
            </a:r>
            <a:pPr algn="l" indent="0" marL="0">
              <a:lnSpc>
                <a:spcPct val="110000"/>
              </a:lnSpc>
              <a:buNone/>
            </a:pPr>
            <a:r>
              <a:rPr lang="ko-KR" altLang="en-US" sz="4000" dirty="0">
                <a:solidFill>
                  <a:schemeClr val="bg1"/>
                </a:solidFill>
              </a:rPr>
              <a:t>그러나 내가 나 된 것은 하나님의 은혜로</a:t>
            </a:r>
            <a:endParaRPr lang="en-US" sz="2200" dirty="0"/>
          </a:p>
          <a:p>
            <a:pPr algn="l" indent="0" marL="0">
              <a:lnSpc>
                <a:spcPct val="110000"/>
              </a:lnSpc>
              <a:buNone/>
            </a:pPr>
            <a:r>
              <a:rPr lang="ko-KR" altLang="en-US" sz="4000" dirty="0">
                <a:solidFill>
                  <a:schemeClr val="bg1"/>
                </a:solidFill>
              </a:rPr>
              <a:t>된 것이니 내게 주신 그의 은혜가 헛되지</a:t>
            </a:r>
            <a:endParaRPr lang="en-US" sz="2200" dirty="0"/>
          </a:p>
          <a:p>
            <a:pPr algn="l" indent="0" marL="0">
              <a:lnSpc>
                <a:spcPct val="110000"/>
              </a:lnSpc>
              <a:buNone/>
            </a:pPr>
            <a:r>
              <a:rPr lang="ko-KR" altLang="en-US" sz="4000" dirty="0">
                <a:solidFill>
                  <a:schemeClr val="bg1"/>
                </a:solidFill>
              </a:rPr>
              <a:t>아니하여 내가 모든 사도보다 더 많이</a:t>
            </a:r>
            <a:endParaRPr lang="en-US" sz="2200" dirty="0"/>
          </a:p>
          <a:p>
            <a:pPr algn="l" indent="0" marL="0">
              <a:lnSpc>
                <a:spcPct val="110000"/>
              </a:lnSpc>
              <a:buNone/>
            </a:pPr>
            <a:r>
              <a:rPr lang="ko-KR" altLang="en-US" sz="4000" dirty="0">
                <a:solidFill>
                  <a:schemeClr val="bg1"/>
                </a:solidFill>
              </a:rPr>
              <a:t>수고하였으나 내가 한 것이 아니요 오직</a:t>
            </a:r>
            <a:endParaRPr lang="en-US" sz="2200" dirty="0"/>
          </a:p>
          <a:p>
            <a:pPr algn="l" indent="0" marL="0">
              <a:lnSpc>
                <a:spcPct val="110000"/>
              </a:lnSpc>
              <a:buNone/>
            </a:pPr>
            <a:r>
              <a:rPr lang="ko-KR" altLang="en-US" sz="4000" dirty="0">
                <a:solidFill>
                  <a:schemeClr val="bg1"/>
                </a:solidFill>
              </a:rPr>
              <a:t>나와 함께 하신 하나님의 은혜로라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4652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hree-guns"/>
          <p:cNvSpPr txBox="1"/>
          <p:nvPr/>
        </p:nvSpPr>
        <p:spPr>
          <a:xfrm>
            <a:off x="685800" y="1920240"/>
            <a:ext cx="10820095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0" b="1" dirty="0">
                <a:solidFill>
                  <a:schemeClr val="bg2"/>
                </a:solidFill>
              </a:rPr>
              <a:t>총</a:t>
            </a:r>
            <a:pPr algn="ctr" indent="0" marL="0">
              <a:buNone/>
            </a:pPr>
            <a:r>
              <a:rPr lang="en-US" sz="4400" dirty="0">
                <a:solidFill>
                  <a:schemeClr val="accent2"/>
                </a:solidFill>
              </a:rPr>
              <a:t>   →   </a:t>
            </a:r>
            <a:pPr algn="ctr" indent="0" marL="0">
              <a:buNone/>
            </a:pPr>
            <a:r>
              <a:rPr lang="en-US" sz="7200" b="1" dirty="0">
                <a:solidFill>
                  <a:schemeClr val="bg2"/>
                </a:solidFill>
              </a:rPr>
              <a:t>눈총</a:t>
            </a:r>
            <a:pPr algn="ctr" indent="0" marL="0">
              <a:buNone/>
            </a:pPr>
            <a:r>
              <a:rPr lang="en-US" sz="4400" dirty="0">
                <a:solidFill>
                  <a:schemeClr val="accent2"/>
                </a:solidFill>
              </a:rPr>
              <a:t>   →   </a:t>
            </a:r>
            <a:pPr algn="ctr" indent="0" marL="0">
              <a:buNone/>
            </a:pPr>
            <a:r>
              <a:rPr lang="en-US" sz="9600" b="1" dirty="0">
                <a:solidFill>
                  <a:schemeClr val="accent1"/>
                </a:solidFill>
              </a:rPr>
              <a:t>은총</a:t>
            </a:r>
            <a:endParaRPr lang="en-US" sz="7200" dirty="0"/>
          </a:p>
        </p:txBody>
      </p:sp>
      <p:sp>
        <p:nvSpPr>
          <p:cNvPr id="3" name="guns-caption"/>
          <p:cNvSpPr txBox="1"/>
          <p:nvPr/>
        </p:nvSpPr>
        <p:spPr>
          <a:xfrm>
            <a:off x="685800" y="4480560"/>
            <a:ext cx="1082009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chemeClr val="bg2"/>
                </a:solidFill>
              </a:rPr>
              <a:t>우리에게 필요한 총은 딱 하나</a:t>
            </a:r>
            <a:endParaRPr lang="en-US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4652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title" hasCustomPrompt="1"/>
          </p:nvPr>
        </p:nvSpPr>
        <p:spPr>
          <a:xfrm>
            <a:off x="1234440" y="438912"/>
            <a:ext cx="1027145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chemeClr val="accent1"/>
                </a:solidFill>
              </a:rPr>
              <a:t>고린도전서 15:10</a:t>
            </a:r>
            <a:endParaRPr lang="en-US" sz="2400" dirty="0"/>
          </a:p>
        </p:txBody>
      </p:sp>
      <p:sp>
        <p:nvSpPr>
          <p:cNvPr id="3" name="Text 0"/>
          <p:cNvSpPr/>
          <p:nvPr>
            <p:ph idx="102" type="body" hasCustomPrompt="1"/>
          </p:nvPr>
        </p:nvSpPr>
        <p:spPr>
          <a:xfrm>
            <a:off x="685800" y="1325880"/>
            <a:ext cx="10820095" cy="4663440"/>
          </a:xfrm>
          <a:prstGeom prst="rect">
            <a:avLst/>
          </a:prstGeom>
          <a:noFill/>
          <a:ln/>
        </p:spPr>
        <p:txBody>
          <a:bodyPr wrap="square" lIns="0" tIns="50800" rIns="5080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ko-KR" altLang="en-US" sz="2200" b="1" dirty="0">
                <a:solidFill>
                  <a:schemeClr val="accent2"/>
                </a:solidFill>
              </a:rPr>
              <a:t>10  </a:t>
            </a:r>
            <a:pPr algn="l" indent="0" marL="0">
              <a:lnSpc>
                <a:spcPct val="110000"/>
              </a:lnSpc>
              <a:buNone/>
            </a:pPr>
            <a:r>
              <a:rPr lang="ko-KR" altLang="en-US" sz="4000" dirty="0">
                <a:solidFill>
                  <a:schemeClr val="bg1"/>
                </a:solidFill>
              </a:rPr>
              <a:t>그러나 내가 나 된 것은 </a:t>
            </a:r>
            <a:pPr algn="l" indent="0" marL="0">
              <a:lnSpc>
                <a:spcPct val="110000"/>
              </a:lnSpc>
              <a:buNone/>
            </a:pPr>
            <a:r>
              <a:rPr lang="ko-KR" altLang="en-US" sz="4000" b="1" dirty="0">
                <a:solidFill>
                  <a:schemeClr val="accent1"/>
                </a:solidFill>
              </a:rPr>
              <a:t>하나님의 은혜로</a:t>
            </a:r>
            <a:endParaRPr lang="en-US" sz="2200" dirty="0"/>
          </a:p>
          <a:p>
            <a:pPr algn="l" indent="0" marL="0">
              <a:lnSpc>
                <a:spcPct val="110000"/>
              </a:lnSpc>
              <a:buNone/>
            </a:pPr>
            <a:r>
              <a:rPr lang="ko-KR" altLang="en-US" sz="4000" b="1" dirty="0">
                <a:solidFill>
                  <a:schemeClr val="accent1"/>
                </a:solidFill>
              </a:rPr>
              <a:t>된 것이니 </a:t>
            </a:r>
            <a:pPr algn="l" indent="0" marL="0">
              <a:lnSpc>
                <a:spcPct val="110000"/>
              </a:lnSpc>
              <a:buNone/>
            </a:pPr>
            <a:r>
              <a:rPr lang="ko-KR" altLang="en-US" sz="4000" dirty="0">
                <a:solidFill>
                  <a:schemeClr val="bg1"/>
                </a:solidFill>
              </a:rPr>
              <a:t>내게 주신 </a:t>
            </a:r>
            <a:pPr algn="l" indent="0" marL="0">
              <a:lnSpc>
                <a:spcPct val="110000"/>
              </a:lnSpc>
              <a:buNone/>
            </a:pPr>
            <a:r>
              <a:rPr lang="ko-KR" altLang="en-US" sz="4000" b="1" dirty="0">
                <a:solidFill>
                  <a:schemeClr val="accent1"/>
                </a:solidFill>
              </a:rPr>
              <a:t>그의 은혜가 </a:t>
            </a:r>
            <a:pPr algn="l" indent="0" marL="0">
              <a:lnSpc>
                <a:spcPct val="110000"/>
              </a:lnSpc>
              <a:buNone/>
            </a:pPr>
            <a:r>
              <a:rPr lang="ko-KR" altLang="en-US" sz="4000" dirty="0">
                <a:solidFill>
                  <a:schemeClr val="bg1"/>
                </a:solidFill>
              </a:rPr>
              <a:t>헛되지</a:t>
            </a:r>
            <a:endParaRPr lang="en-US" sz="2200" dirty="0"/>
          </a:p>
          <a:p>
            <a:pPr algn="l" indent="0" marL="0">
              <a:lnSpc>
                <a:spcPct val="110000"/>
              </a:lnSpc>
              <a:buNone/>
            </a:pPr>
            <a:r>
              <a:rPr lang="ko-KR" altLang="en-US" sz="4000" dirty="0">
                <a:solidFill>
                  <a:schemeClr val="bg1"/>
                </a:solidFill>
              </a:rPr>
              <a:t>아니하여 내가 모든 사도보다 더 많이</a:t>
            </a:r>
            <a:endParaRPr lang="en-US" sz="2200" dirty="0"/>
          </a:p>
          <a:p>
            <a:pPr algn="l" indent="0" marL="0">
              <a:lnSpc>
                <a:spcPct val="110000"/>
              </a:lnSpc>
              <a:buNone/>
            </a:pPr>
            <a:r>
              <a:rPr lang="ko-KR" altLang="en-US" sz="4000" dirty="0">
                <a:solidFill>
                  <a:schemeClr val="bg1"/>
                </a:solidFill>
              </a:rPr>
              <a:t>수고하였으나 내가 한 것이 아니요 오직</a:t>
            </a:r>
            <a:endParaRPr lang="en-US" sz="2200" dirty="0"/>
          </a:p>
          <a:p>
            <a:pPr algn="l" indent="0" marL="0">
              <a:lnSpc>
                <a:spcPct val="110000"/>
              </a:lnSpc>
              <a:buNone/>
            </a:pPr>
            <a:r>
              <a:rPr lang="ko-KR" altLang="en-US" sz="4000" dirty="0">
                <a:solidFill>
                  <a:schemeClr val="bg1"/>
                </a:solidFill>
              </a:rPr>
              <a:t>나와 함께 하신 </a:t>
            </a:r>
            <a:pPr algn="l" indent="0" marL="0">
              <a:lnSpc>
                <a:spcPct val="110000"/>
              </a:lnSpc>
              <a:buNone/>
            </a:pPr>
            <a:r>
              <a:rPr lang="ko-KR" altLang="en-US" sz="4000" b="1" dirty="0">
                <a:solidFill>
                  <a:schemeClr val="accent1"/>
                </a:solidFill>
              </a:rPr>
              <a:t>하나님의 은혜로라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4652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title" hasCustomPrompt="1"/>
          </p:nvPr>
        </p:nvSpPr>
        <p:spPr>
          <a:xfrm>
            <a:off x="1234440" y="438912"/>
            <a:ext cx="1027145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chemeClr val="accent1"/>
                </a:solidFill>
              </a:rPr>
              <a:t>은혜로 사는 인생</a:t>
            </a:r>
            <a:endParaRPr lang="en-US" sz="2400" dirty="0"/>
          </a:p>
        </p:txBody>
      </p:sp>
      <p:sp>
        <p:nvSpPr>
          <p:cNvPr id="3" name="ov-num-1"/>
          <p:cNvSpPr txBox="1"/>
          <p:nvPr/>
        </p:nvSpPr>
        <p:spPr>
          <a:xfrm>
            <a:off x="685800" y="1600200"/>
            <a:ext cx="914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chemeClr val="accent1"/>
                </a:solidFill>
              </a:rPr>
              <a:t>1</a:t>
            </a:r>
            <a:endParaRPr lang="en-US" sz="5400" dirty="0"/>
          </a:p>
        </p:txBody>
      </p:sp>
      <p:sp>
        <p:nvSpPr>
          <p:cNvPr id="4" name="ov-text-1"/>
          <p:cNvSpPr txBox="1"/>
          <p:nvPr/>
        </p:nvSpPr>
        <p:spPr>
          <a:xfrm>
            <a:off x="1783080" y="1600200"/>
            <a:ext cx="9722815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800" b="1" dirty="0">
                <a:solidFill>
                  <a:schemeClr val="bg1"/>
                </a:solidFill>
              </a:rPr>
              <a:t>세상이 말하는 은혜를 넘어서십시오</a:t>
            </a:r>
            <a:endParaRPr lang="en-US" sz="3800" dirty="0"/>
          </a:p>
        </p:txBody>
      </p:sp>
      <p:sp>
        <p:nvSpPr>
          <p:cNvPr id="5" name="ov-num-2"/>
          <p:cNvSpPr txBox="1"/>
          <p:nvPr/>
        </p:nvSpPr>
        <p:spPr>
          <a:xfrm>
            <a:off x="685800" y="2971800"/>
            <a:ext cx="914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chemeClr val="accent1"/>
                </a:solidFill>
              </a:rPr>
              <a:t>2</a:t>
            </a:r>
            <a:endParaRPr lang="en-US" sz="5400" dirty="0"/>
          </a:p>
        </p:txBody>
      </p:sp>
      <p:sp>
        <p:nvSpPr>
          <p:cNvPr id="6" name="ov-text-2"/>
          <p:cNvSpPr txBox="1"/>
          <p:nvPr/>
        </p:nvSpPr>
        <p:spPr>
          <a:xfrm>
            <a:off x="1783080" y="2971800"/>
            <a:ext cx="9722815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800" b="1" dirty="0">
                <a:solidFill>
                  <a:schemeClr val="bg1"/>
                </a:solidFill>
              </a:rPr>
              <a:t>함께하시는 은혜를 누리십시오</a:t>
            </a:r>
            <a:endParaRPr lang="en-US" sz="3800" dirty="0"/>
          </a:p>
        </p:txBody>
      </p:sp>
      <p:sp>
        <p:nvSpPr>
          <p:cNvPr id="7" name="ov-num-3"/>
          <p:cNvSpPr txBox="1"/>
          <p:nvPr/>
        </p:nvSpPr>
        <p:spPr>
          <a:xfrm>
            <a:off x="685800" y="4343400"/>
            <a:ext cx="914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chemeClr val="accent1"/>
                </a:solidFill>
              </a:rPr>
              <a:t>3</a:t>
            </a:r>
            <a:endParaRPr lang="en-US" sz="5400" dirty="0"/>
          </a:p>
        </p:txBody>
      </p:sp>
      <p:sp>
        <p:nvSpPr>
          <p:cNvPr id="8" name="ov-text-3"/>
          <p:cNvSpPr txBox="1"/>
          <p:nvPr/>
        </p:nvSpPr>
        <p:spPr>
          <a:xfrm>
            <a:off x="1783080" y="4343400"/>
            <a:ext cx="9722815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800" b="1" dirty="0">
                <a:solidFill>
                  <a:schemeClr val="bg1"/>
                </a:solidFill>
              </a:rPr>
              <a:t>그 은혜는 십자가의 은혜입니다</a:t>
            </a:r>
            <a:endParaRPr lang="en-US" sz="3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4652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body" hasCustomPrompt="1"/>
          </p:nvPr>
        </p:nvSpPr>
        <p:spPr>
          <a:xfrm>
            <a:off x="685800" y="2148840"/>
            <a:ext cx="1082009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chemeClr val="accent1"/>
                </a:solidFill>
              </a:rPr>
              <a:t>대지 1</a:t>
            </a:r>
            <a:endParaRPr lang="en-US" sz="2600" dirty="0"/>
          </a:p>
        </p:txBody>
      </p:sp>
      <p:sp>
        <p:nvSpPr>
          <p:cNvPr id="3" name="Text 0"/>
          <p:cNvSpPr/>
          <p:nvPr>
            <p:ph idx="102" type="title" hasCustomPrompt="1"/>
          </p:nvPr>
        </p:nvSpPr>
        <p:spPr>
          <a:xfrm>
            <a:off x="685800" y="2880360"/>
            <a:ext cx="10820095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4600" b="1" dirty="0">
                <a:solidFill>
                  <a:schemeClr val="bg1"/>
                </a:solidFill>
              </a:rPr>
              <a:t>세상이 말하는 은혜를</a:t>
            </a:r>
            <a:endParaRPr lang="en-US" sz="4600" dirty="0"/>
          </a:p>
          <a:p>
            <a:pPr algn="ctr" indent="0" marL="0">
              <a:buNone/>
            </a:pPr>
            <a:r>
              <a:rPr lang="en-US" sz="4600" b="1" dirty="0">
                <a:solidFill>
                  <a:schemeClr val="bg1"/>
                </a:solidFill>
              </a:rPr>
              <a:t>넘어서십시오</a:t>
            </a:r>
            <a:endParaRPr lang="en-US" sz="4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4652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title" hasCustomPrompt="1"/>
          </p:nvPr>
        </p:nvSpPr>
        <p:spPr>
          <a:xfrm>
            <a:off x="1234440" y="438912"/>
            <a:ext cx="1027145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chemeClr val="accent1"/>
                </a:solidFill>
              </a:rPr>
              <a:t>고린도전서 15:8–9</a:t>
            </a:r>
            <a:endParaRPr lang="en-US" sz="2400" dirty="0"/>
          </a:p>
        </p:txBody>
      </p:sp>
      <p:sp>
        <p:nvSpPr>
          <p:cNvPr id="3" name="Text 0"/>
          <p:cNvSpPr/>
          <p:nvPr>
            <p:ph idx="102" type="body" hasCustomPrompt="1"/>
          </p:nvPr>
        </p:nvSpPr>
        <p:spPr>
          <a:xfrm>
            <a:off x="685800" y="1325880"/>
            <a:ext cx="10820095" cy="4663440"/>
          </a:xfrm>
          <a:prstGeom prst="rect">
            <a:avLst/>
          </a:prstGeom>
          <a:noFill/>
          <a:ln/>
        </p:spPr>
        <p:txBody>
          <a:bodyPr wrap="square" lIns="0" tIns="50800" rIns="5080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ko-KR" altLang="en-US" sz="2200" b="1" dirty="0">
                <a:solidFill>
                  <a:schemeClr val="accent2"/>
                </a:solidFill>
              </a:rPr>
              <a:t>8  </a:t>
            </a:r>
            <a:pPr algn="l" indent="0" marL="0">
              <a:lnSpc>
                <a:spcPct val="110000"/>
              </a:lnSpc>
              <a:buNone/>
            </a:pPr>
            <a:r>
              <a:rPr lang="ko-KR" altLang="en-US" sz="4000" dirty="0">
                <a:solidFill>
                  <a:schemeClr val="bg1"/>
                </a:solidFill>
              </a:rPr>
              <a:t>맨 나중에 </a:t>
            </a:r>
            <a:pPr algn="l" indent="0" marL="0">
              <a:lnSpc>
                <a:spcPct val="110000"/>
              </a:lnSpc>
              <a:buNone/>
            </a:pPr>
            <a:r>
              <a:rPr lang="ko-KR" altLang="en-US" sz="4000" b="1" dirty="0">
                <a:solidFill>
                  <a:schemeClr val="accent1"/>
                </a:solidFill>
              </a:rPr>
              <a:t>만삭되지 못하여 난 자 </a:t>
            </a:r>
            <a:pPr algn="l" indent="0" marL="0">
              <a:lnSpc>
                <a:spcPct val="110000"/>
              </a:lnSpc>
              <a:buNone/>
            </a:pPr>
            <a:r>
              <a:rPr lang="ko-KR" altLang="en-US" sz="4000" dirty="0">
                <a:solidFill>
                  <a:schemeClr val="bg1"/>
                </a:solidFill>
              </a:rPr>
              <a:t>같은</a:t>
            </a:r>
            <a:endParaRPr lang="en-US" sz="2200" dirty="0"/>
          </a:p>
          <a:p>
            <a:pPr algn="l" indent="0" marL="0">
              <a:lnSpc>
                <a:spcPct val="110000"/>
              </a:lnSpc>
              <a:buNone/>
            </a:pPr>
            <a:r>
              <a:rPr lang="ko-KR" altLang="en-US" sz="4000" dirty="0">
                <a:solidFill>
                  <a:schemeClr val="bg1"/>
                </a:solidFill>
              </a:rPr>
              <a:t>내게도 보이셨느니라</a:t>
            </a:r>
            <a:endParaRPr lang="en-US" sz="2200" dirty="0"/>
          </a:p>
          <a:p>
            <a:pPr algn="l" indent="0" marL="0">
              <a:lnSpc>
                <a:spcPct val="110000"/>
              </a:lnSpc>
              <a:spcBef>
                <a:spcPts val="1000"/>
              </a:spcBef>
              <a:buNone/>
            </a:pPr>
            <a:r>
              <a:rPr lang="ko-KR" altLang="en-US" sz="2200" b="1" dirty="0">
                <a:solidFill>
                  <a:schemeClr val="accent2"/>
                </a:solidFill>
              </a:rPr>
              <a:t>9  </a:t>
            </a:r>
            <a:pPr algn="l" indent="0" marL="0">
              <a:lnSpc>
                <a:spcPct val="110000"/>
              </a:lnSpc>
              <a:spcBef>
                <a:spcPts val="1000"/>
              </a:spcBef>
              <a:buNone/>
            </a:pPr>
            <a:r>
              <a:rPr lang="ko-KR" altLang="en-US" sz="4000" dirty="0">
                <a:solidFill>
                  <a:schemeClr val="bg1"/>
                </a:solidFill>
              </a:rPr>
              <a:t>나는 사도 중에 </a:t>
            </a:r>
            <a:pPr algn="l" indent="0" marL="0">
              <a:lnSpc>
                <a:spcPct val="110000"/>
              </a:lnSpc>
              <a:spcBef>
                <a:spcPts val="1000"/>
              </a:spcBef>
              <a:buNone/>
            </a:pPr>
            <a:r>
              <a:rPr lang="ko-KR" altLang="en-US" sz="4000" b="1" dirty="0">
                <a:solidFill>
                  <a:schemeClr val="accent1"/>
                </a:solidFill>
              </a:rPr>
              <a:t>가장 작은 자라 </a:t>
            </a:r>
            <a:pPr algn="l" indent="0" marL="0">
              <a:lnSpc>
                <a:spcPct val="110000"/>
              </a:lnSpc>
              <a:spcBef>
                <a:spcPts val="1000"/>
              </a:spcBef>
              <a:buNone/>
            </a:pPr>
            <a:r>
              <a:rPr lang="ko-KR" altLang="en-US" sz="4000" dirty="0">
                <a:solidFill>
                  <a:schemeClr val="bg1"/>
                </a:solidFill>
              </a:rPr>
              <a:t>나는</a:t>
            </a:r>
            <a:endParaRPr lang="en-US" sz="2200" dirty="0"/>
          </a:p>
          <a:p>
            <a:pPr algn="l" indent="0" marL="0">
              <a:lnSpc>
                <a:spcPct val="110000"/>
              </a:lnSpc>
              <a:buNone/>
            </a:pPr>
            <a:r>
              <a:rPr lang="ko-KR" altLang="en-US" sz="4000" dirty="0">
                <a:solidFill>
                  <a:schemeClr val="bg1"/>
                </a:solidFill>
              </a:rPr>
              <a:t>하나님의 교회를 박해하였으므로 사도라</a:t>
            </a:r>
            <a:endParaRPr lang="en-US" sz="2200" dirty="0"/>
          </a:p>
          <a:p>
            <a:pPr algn="l" indent="0" marL="0">
              <a:lnSpc>
                <a:spcPct val="110000"/>
              </a:lnSpc>
              <a:buNone/>
            </a:pPr>
            <a:r>
              <a:rPr lang="ko-KR" altLang="en-US" sz="4000" dirty="0">
                <a:solidFill>
                  <a:schemeClr val="bg1"/>
                </a:solidFill>
              </a:rPr>
              <a:t>칭함 받기를 감당하지 못할 자니라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4652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title" hasCustomPrompt="1"/>
          </p:nvPr>
        </p:nvSpPr>
        <p:spPr>
          <a:xfrm>
            <a:off x="1234440" y="438912"/>
            <a:ext cx="1027145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chemeClr val="accent1"/>
                </a:solidFill>
              </a:rPr>
              <a:t>나의 나 된 것</a:t>
            </a:r>
            <a:endParaRPr lang="en-US" sz="2400" dirty="0"/>
          </a:p>
        </p:txBody>
      </p:sp>
      <p:sp>
        <p:nvSpPr>
          <p:cNvPr id="3" name="greek"/>
          <p:cNvSpPr txBox="1"/>
          <p:nvPr/>
        </p:nvSpPr>
        <p:spPr>
          <a:xfrm>
            <a:off x="685800" y="1325880"/>
            <a:ext cx="10820095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l-GR" altLang="en-US" sz="11000" dirty="0">
                <a:solidFill>
                  <a:schemeClr val="accent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εἰμι ὅ εἰμι</a:t>
            </a:r>
            <a:endParaRPr lang="el-GR" sz="11000" dirty="0"/>
          </a:p>
        </p:txBody>
      </p:sp>
      <p:sp>
        <p:nvSpPr>
          <p:cNvPr id="4" name="greek-ko"/>
          <p:cNvSpPr txBox="1"/>
          <p:nvPr/>
        </p:nvSpPr>
        <p:spPr>
          <a:xfrm>
            <a:off x="685800" y="3794760"/>
            <a:ext cx="1082009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chemeClr val="bg1"/>
                </a:solidFill>
              </a:rPr>
              <a:t>나의 나 된 것</a:t>
            </a:r>
            <a:endParaRPr lang="en-US" sz="5400" dirty="0"/>
          </a:p>
        </p:txBody>
      </p:sp>
      <p:sp>
        <p:nvSpPr>
          <p:cNvPr id="5" name="greek-gloss"/>
          <p:cNvSpPr txBox="1"/>
          <p:nvPr/>
        </p:nvSpPr>
        <p:spPr>
          <a:xfrm>
            <a:off x="685800" y="4709160"/>
            <a:ext cx="1082009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chemeClr val="bg2"/>
                </a:solidFill>
              </a:rPr>
              <a:t>I am what I am · 하나님의 은혜로</a:t>
            </a:r>
            <a:endParaRPr lang="en-US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4652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title" hasCustomPrompt="1"/>
          </p:nvPr>
        </p:nvSpPr>
        <p:spPr>
          <a:xfrm>
            <a:off x="1234440" y="438912"/>
            <a:ext cx="1027145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chemeClr val="accent1"/>
                </a:solidFill>
              </a:rPr>
              <a:t>빌립보서 3:8</a:t>
            </a:r>
            <a:endParaRPr lang="en-US" sz="2400" dirty="0"/>
          </a:p>
        </p:txBody>
      </p:sp>
      <p:sp>
        <p:nvSpPr>
          <p:cNvPr id="3" name="Text 0"/>
          <p:cNvSpPr/>
          <p:nvPr>
            <p:ph idx="102" type="body" hasCustomPrompt="1"/>
          </p:nvPr>
        </p:nvSpPr>
        <p:spPr>
          <a:xfrm>
            <a:off x="685800" y="1325880"/>
            <a:ext cx="10820095" cy="4663440"/>
          </a:xfrm>
          <a:prstGeom prst="rect">
            <a:avLst/>
          </a:prstGeom>
          <a:noFill/>
          <a:ln/>
        </p:spPr>
        <p:txBody>
          <a:bodyPr wrap="square" lIns="0" tIns="50800" rIns="5080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ko-KR" altLang="en-US" sz="2400" b="1" dirty="0">
                <a:solidFill>
                  <a:schemeClr val="accent2"/>
                </a:solidFill>
              </a:rPr>
              <a:t>8  </a:t>
            </a:r>
            <a:pPr algn="l" indent="0" marL="0">
              <a:lnSpc>
                <a:spcPct val="110000"/>
              </a:lnSpc>
              <a:buNone/>
            </a:pPr>
            <a:r>
              <a:rPr lang="ko-KR" altLang="en-US" sz="4400" dirty="0">
                <a:solidFill>
                  <a:schemeClr val="bg1"/>
                </a:solidFill>
              </a:rPr>
              <a:t>또한 모든 것을 해로 여김은 내 주</a:t>
            </a:r>
            <a:endParaRPr lang="en-US" sz="2400" dirty="0"/>
          </a:p>
          <a:p>
            <a:pPr algn="l" indent="0" marL="0">
              <a:lnSpc>
                <a:spcPct val="110000"/>
              </a:lnSpc>
              <a:buNone/>
            </a:pPr>
            <a:r>
              <a:rPr lang="ko-KR" altLang="en-US" sz="4400" b="1" dirty="0">
                <a:solidFill>
                  <a:schemeClr val="accent1"/>
                </a:solidFill>
              </a:rPr>
              <a:t>그리스도 예수를 아는 지식이 가장</a:t>
            </a:r>
            <a:endParaRPr lang="en-US" sz="2400" dirty="0"/>
          </a:p>
          <a:p>
            <a:pPr algn="l" indent="0" marL="0">
              <a:lnSpc>
                <a:spcPct val="110000"/>
              </a:lnSpc>
              <a:buNone/>
            </a:pPr>
            <a:r>
              <a:rPr lang="ko-KR" altLang="en-US" sz="4400" b="1" dirty="0">
                <a:solidFill>
                  <a:schemeClr val="accent1"/>
                </a:solidFill>
              </a:rPr>
              <a:t>고상하기 때문이라 </a:t>
            </a:r>
            <a:pPr algn="l" indent="0" marL="0">
              <a:lnSpc>
                <a:spcPct val="110000"/>
              </a:lnSpc>
              <a:buNone/>
            </a:pPr>
            <a:r>
              <a:rPr lang="ko-KR" altLang="en-US" sz="4400" dirty="0">
                <a:solidFill>
                  <a:schemeClr val="bg1"/>
                </a:solidFill>
              </a:rPr>
              <a:t>내가 그를 위하여</a:t>
            </a:r>
            <a:endParaRPr lang="en-US" sz="2400" dirty="0"/>
          </a:p>
          <a:p>
            <a:pPr algn="l" indent="0" marL="0">
              <a:lnSpc>
                <a:spcPct val="110000"/>
              </a:lnSpc>
              <a:buNone/>
            </a:pPr>
            <a:r>
              <a:rPr lang="ko-KR" altLang="en-US" sz="4400" dirty="0">
                <a:solidFill>
                  <a:schemeClr val="bg1"/>
                </a:solidFill>
              </a:rPr>
              <a:t>모든 것을 잃어버리고 배설물로 여김은</a:t>
            </a:r>
            <a:endParaRPr lang="en-US" sz="2400" dirty="0"/>
          </a:p>
          <a:p>
            <a:pPr algn="l" indent="0" marL="0">
              <a:lnSpc>
                <a:spcPct val="110000"/>
              </a:lnSpc>
              <a:buNone/>
            </a:pPr>
            <a:r>
              <a:rPr lang="ko-KR" altLang="en-US" sz="4400" dirty="0">
                <a:solidFill>
                  <a:schemeClr val="bg1"/>
                </a:solidFill>
              </a:rPr>
              <a:t>그리스도를 얻고</a:t>
            </a:r>
            <a:endParaRPr lang="en-US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4652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essage"/>
          <p:cNvSpPr txBox="1"/>
          <p:nvPr/>
        </p:nvSpPr>
        <p:spPr>
          <a:xfrm>
            <a:off x="685800" y="1828800"/>
            <a:ext cx="10820095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4400" b="1" dirty="0">
                <a:solidFill>
                  <a:schemeClr val="bg1"/>
                </a:solidFill>
              </a:rPr>
              <a:t>명함은 바뀌어도,</a:t>
            </a:r>
            <a:endParaRPr lang="en-US" sz="4400" dirty="0"/>
          </a:p>
          <a:p>
            <a:pPr algn="ctr" indent="0" marL="0">
              <a:lnSpc>
                <a:spcPct val="125000"/>
              </a:lnSpc>
              <a:buNone/>
            </a:pPr>
            <a:r>
              <a:rPr lang="en-US" sz="4400" b="1" dirty="0">
                <a:solidFill>
                  <a:schemeClr val="accent1"/>
                </a:solidFill>
              </a:rPr>
              <a:t>은혜로 된 나는 바뀌지 않습니다</a:t>
            </a:r>
            <a:endParaRPr lang="en-US" sz="4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4652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title" hasCustomPrompt="1"/>
          </p:nvPr>
        </p:nvSpPr>
        <p:spPr>
          <a:xfrm>
            <a:off x="1234440" y="438912"/>
            <a:ext cx="1027145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chemeClr val="accent1"/>
                </a:solidFill>
              </a:rPr>
              <a:t>존 뉴턴</a:t>
            </a:r>
            <a:endParaRPr lang="en-US" sz="2400" dirty="0"/>
          </a:p>
        </p:txBody>
      </p:sp>
      <p:sp>
        <p:nvSpPr>
          <p:cNvPr id="3" name="quote-ko"/>
          <p:cNvSpPr txBox="1"/>
          <p:nvPr/>
        </p:nvSpPr>
        <p:spPr>
          <a:xfrm>
            <a:off x="685800" y="1234440"/>
            <a:ext cx="10820095" cy="2484120"/>
          </a:xfrm>
          <a:prstGeom prst="rect">
            <a:avLst/>
          </a:prstGeom>
          <a:noFill/>
          <a:ln/>
        </p:spPr>
        <p:txBody>
          <a:bodyPr wrap="square" lIns="0" tIns="50800" rIns="5080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ko-KR" altLang="en-US" sz="3800" dirty="0">
                <a:solidFill>
                  <a:schemeClr val="bg1"/>
                </a:solidFill>
              </a:rPr>
              <a:t>나는 마땅히 되어야 할 사람이 아직 아닙니다.</a:t>
            </a:r>
            <a:endParaRPr lang="en-US" sz="3800" dirty="0"/>
          </a:p>
          <a:p>
            <a:pPr algn="l" indent="0" marL="0">
              <a:lnSpc>
                <a:spcPct val="110000"/>
              </a:lnSpc>
              <a:buNone/>
            </a:pPr>
            <a:r>
              <a:rPr lang="ko-KR" altLang="en-US" sz="3800" dirty="0">
                <a:solidFill>
                  <a:schemeClr val="bg1"/>
                </a:solidFill>
              </a:rPr>
              <a:t>… 그러나 예전의 나는 더 이상 아닙니다.</a:t>
            </a:r>
            <a:endParaRPr lang="en-US" sz="3800" dirty="0"/>
          </a:p>
          <a:p>
            <a:pPr algn="l" indent="0" marL="0">
              <a:lnSpc>
                <a:spcPct val="110000"/>
              </a:lnSpc>
              <a:buNone/>
            </a:pPr>
            <a:r>
              <a:rPr lang="ko-KR" altLang="en-US" sz="3800" b="1" dirty="0">
                <a:solidFill>
                  <a:schemeClr val="accent1"/>
                </a:solidFill>
              </a:rPr>
              <a:t>하나님의 은혜로, 나는 지금의 나입니다.</a:t>
            </a:r>
            <a:endParaRPr lang="en-US" sz="3800" dirty="0"/>
          </a:p>
        </p:txBody>
      </p:sp>
      <p:sp>
        <p:nvSpPr>
          <p:cNvPr id="4" name="quote-en-card"/>
          <p:cNvSpPr/>
          <p:nvPr/>
        </p:nvSpPr>
        <p:spPr>
          <a:xfrm>
            <a:off x="685800" y="3901440"/>
            <a:ext cx="10820095" cy="1584960"/>
          </a:xfrm>
          <a:prstGeom prst="roundRect">
            <a:avLst>
              <a:gd name="adj" fmla="val 4615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5" name="quote-en"/>
          <p:cNvSpPr txBox="1"/>
          <p:nvPr/>
        </p:nvSpPr>
        <p:spPr>
          <a:xfrm>
            <a:off x="960120" y="3947160"/>
            <a:ext cx="10271455" cy="1493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altLang="en-US" sz="2500" i="1" dirty="0">
                <a:solidFill>
                  <a:schemeClr val="bg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 am not what I ought to be …</a:t>
            </a:r>
            <a:endParaRPr lang="en-US" sz="2500" dirty="0"/>
          </a:p>
          <a:p>
            <a:pPr indent="0" marL="0">
              <a:lnSpc>
                <a:spcPct val="105000"/>
              </a:lnSpc>
              <a:buNone/>
            </a:pPr>
            <a:r>
              <a:rPr lang="en-US" altLang="en-US" sz="2500" i="1" dirty="0">
                <a:solidFill>
                  <a:schemeClr val="bg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but still I am </a:t>
            </a:r>
            <a:pPr indent="0" marL="0">
              <a:lnSpc>
                <a:spcPct val="105000"/>
              </a:lnSpc>
              <a:buNone/>
            </a:pPr>
            <a:r>
              <a:rPr lang="en-US" altLang="en-US" sz="2500" b="1" i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not what I once used to be</a:t>
            </a:r>
            <a:pPr indent="0" marL="0">
              <a:lnSpc>
                <a:spcPct val="105000"/>
              </a:lnSpc>
              <a:buNone/>
            </a:pPr>
            <a:r>
              <a:rPr lang="en-US" altLang="en-US" sz="2500" i="1" dirty="0">
                <a:solidFill>
                  <a:schemeClr val="bg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,</a:t>
            </a:r>
            <a:endParaRPr lang="en-US" sz="2500" dirty="0"/>
          </a:p>
          <a:p>
            <a:pPr indent="0" marL="0">
              <a:lnSpc>
                <a:spcPct val="105000"/>
              </a:lnSpc>
              <a:buNone/>
            </a:pPr>
            <a:r>
              <a:rPr lang="en-US" altLang="en-US" sz="2500" i="1" dirty="0">
                <a:solidFill>
                  <a:schemeClr val="bg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and </a:t>
            </a:r>
            <a:pPr indent="0" marL="0">
              <a:lnSpc>
                <a:spcPct val="105000"/>
              </a:lnSpc>
              <a:buNone/>
            </a:pPr>
            <a:r>
              <a:rPr lang="en-US" altLang="en-US" sz="2500" b="1" i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by the grace of God I am what I am</a:t>
            </a:r>
            <a:pPr indent="0" marL="0">
              <a:lnSpc>
                <a:spcPct val="105000"/>
              </a:lnSpc>
              <a:buNone/>
            </a:pPr>
            <a:r>
              <a:rPr lang="en-US" altLang="en-US" sz="2500" i="1" dirty="0">
                <a:solidFill>
                  <a:schemeClr val="bg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.</a:t>
            </a:r>
            <a:endParaRPr lang="en-US" sz="2500" dirty="0"/>
          </a:p>
        </p:txBody>
      </p:sp>
      <p:sp>
        <p:nvSpPr>
          <p:cNvPr id="6" name="quote-by"/>
          <p:cNvSpPr txBox="1"/>
          <p:nvPr/>
        </p:nvSpPr>
        <p:spPr>
          <a:xfrm>
            <a:off x="685800" y="5577840"/>
            <a:ext cx="1082009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dirty="0">
                <a:solidFill>
                  <a:schemeClr val="bg2"/>
                </a:solidFill>
              </a:rPr>
              <a:t>존 뉴턴 · 「나 같은 죄인 살리신」(Amazing Grace)의 작사자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4652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body" hasCustomPrompt="1"/>
          </p:nvPr>
        </p:nvSpPr>
        <p:spPr>
          <a:xfrm>
            <a:off x="685800" y="2148840"/>
            <a:ext cx="1082009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chemeClr val="accent1"/>
                </a:solidFill>
              </a:rPr>
              <a:t>대지 2</a:t>
            </a:r>
            <a:endParaRPr lang="en-US" sz="2600" dirty="0"/>
          </a:p>
        </p:txBody>
      </p:sp>
      <p:sp>
        <p:nvSpPr>
          <p:cNvPr id="3" name="Text 0"/>
          <p:cNvSpPr/>
          <p:nvPr>
            <p:ph idx="102" type="title" hasCustomPrompt="1"/>
          </p:nvPr>
        </p:nvSpPr>
        <p:spPr>
          <a:xfrm>
            <a:off x="685800" y="2880360"/>
            <a:ext cx="10820095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4600" b="1" dirty="0">
                <a:solidFill>
                  <a:schemeClr val="bg1"/>
                </a:solidFill>
              </a:rPr>
              <a:t>함께하시는 은혜를</a:t>
            </a:r>
            <a:endParaRPr lang="en-US" sz="4600" dirty="0"/>
          </a:p>
          <a:p>
            <a:pPr algn="ctr" indent="0" marL="0">
              <a:buNone/>
            </a:pPr>
            <a:r>
              <a:rPr lang="en-US" sz="4600" b="1" dirty="0">
                <a:solidFill>
                  <a:schemeClr val="bg1"/>
                </a:solidFill>
              </a:rPr>
              <a:t>누리십시오</a:t>
            </a:r>
            <a:endParaRPr lang="en-US" sz="4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4652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title" hasCustomPrompt="1"/>
          </p:nvPr>
        </p:nvSpPr>
        <p:spPr>
          <a:xfrm>
            <a:off x="1234440" y="438912"/>
            <a:ext cx="1027145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chemeClr val="accent1"/>
                </a:solidFill>
              </a:rPr>
              <a:t>고린도전서 15:10</a:t>
            </a:r>
            <a:endParaRPr lang="en-US" sz="2400" dirty="0"/>
          </a:p>
        </p:txBody>
      </p:sp>
      <p:sp>
        <p:nvSpPr>
          <p:cNvPr id="3" name="Text 0"/>
          <p:cNvSpPr/>
          <p:nvPr>
            <p:ph idx="102" type="body" hasCustomPrompt="1"/>
          </p:nvPr>
        </p:nvSpPr>
        <p:spPr>
          <a:xfrm>
            <a:off x="685800" y="1325880"/>
            <a:ext cx="10820095" cy="4663440"/>
          </a:xfrm>
          <a:prstGeom prst="rect">
            <a:avLst/>
          </a:prstGeom>
          <a:noFill/>
          <a:ln/>
        </p:spPr>
        <p:txBody>
          <a:bodyPr wrap="square" lIns="0" tIns="50800" rIns="5080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ko-KR" altLang="en-US" sz="2200" b="1" dirty="0">
                <a:solidFill>
                  <a:schemeClr val="accent2"/>
                </a:solidFill>
              </a:rPr>
              <a:t>10  </a:t>
            </a:r>
            <a:pPr algn="l" indent="0" marL="0">
              <a:lnSpc>
                <a:spcPct val="110000"/>
              </a:lnSpc>
              <a:buNone/>
            </a:pPr>
            <a:r>
              <a:rPr lang="ko-KR" altLang="en-US" sz="4000" dirty="0">
                <a:solidFill>
                  <a:schemeClr val="bg1"/>
                </a:solidFill>
              </a:rPr>
              <a:t>그러나 내가 나 된 것은 하나님의 은혜로</a:t>
            </a:r>
            <a:endParaRPr lang="en-US" sz="2200" dirty="0"/>
          </a:p>
          <a:p>
            <a:pPr algn="l" indent="0" marL="0">
              <a:lnSpc>
                <a:spcPct val="110000"/>
              </a:lnSpc>
              <a:buNone/>
            </a:pPr>
            <a:r>
              <a:rPr lang="ko-KR" altLang="en-US" sz="4000" dirty="0">
                <a:solidFill>
                  <a:schemeClr val="bg1"/>
                </a:solidFill>
              </a:rPr>
              <a:t>된 것이니 내게 주신 그의 은혜가 </a:t>
            </a:r>
            <a:pPr algn="l" indent="0" marL="0">
              <a:lnSpc>
                <a:spcPct val="110000"/>
              </a:lnSpc>
              <a:buNone/>
            </a:pPr>
            <a:r>
              <a:rPr lang="ko-KR" altLang="en-US" sz="4000" b="1" dirty="0">
                <a:solidFill>
                  <a:schemeClr val="accent1"/>
                </a:solidFill>
              </a:rPr>
              <a:t>헛되지</a:t>
            </a:r>
            <a:endParaRPr lang="en-US" sz="2200" dirty="0"/>
          </a:p>
          <a:p>
            <a:pPr algn="l" indent="0" marL="0">
              <a:lnSpc>
                <a:spcPct val="110000"/>
              </a:lnSpc>
              <a:buNone/>
            </a:pPr>
            <a:r>
              <a:rPr lang="ko-KR" altLang="en-US" sz="4000" b="1" dirty="0">
                <a:solidFill>
                  <a:schemeClr val="accent1"/>
                </a:solidFill>
              </a:rPr>
              <a:t>아니하여 </a:t>
            </a:r>
            <a:pPr algn="l" indent="0" marL="0">
              <a:lnSpc>
                <a:spcPct val="110000"/>
              </a:lnSpc>
              <a:buNone/>
            </a:pPr>
            <a:r>
              <a:rPr lang="ko-KR" altLang="en-US" sz="4000" dirty="0">
                <a:solidFill>
                  <a:schemeClr val="bg1"/>
                </a:solidFill>
              </a:rPr>
              <a:t>내가 모든 사도보다 </a:t>
            </a:r>
            <a:pPr algn="l" indent="0" marL="0">
              <a:lnSpc>
                <a:spcPct val="110000"/>
              </a:lnSpc>
              <a:buNone/>
            </a:pPr>
            <a:r>
              <a:rPr lang="ko-KR" altLang="en-US" sz="4000" b="1" dirty="0">
                <a:solidFill>
                  <a:schemeClr val="accent1"/>
                </a:solidFill>
              </a:rPr>
              <a:t>더 많이</a:t>
            </a:r>
            <a:endParaRPr lang="en-US" sz="2200" dirty="0"/>
          </a:p>
          <a:p>
            <a:pPr algn="l" indent="0" marL="0">
              <a:lnSpc>
                <a:spcPct val="110000"/>
              </a:lnSpc>
              <a:buNone/>
            </a:pPr>
            <a:r>
              <a:rPr lang="ko-KR" altLang="en-US" sz="4000" b="1" dirty="0">
                <a:solidFill>
                  <a:schemeClr val="accent1"/>
                </a:solidFill>
              </a:rPr>
              <a:t>수고하였으나 </a:t>
            </a:r>
            <a:pPr algn="l" indent="0" marL="0">
              <a:lnSpc>
                <a:spcPct val="110000"/>
              </a:lnSpc>
              <a:buNone/>
            </a:pPr>
            <a:r>
              <a:rPr lang="ko-KR" altLang="en-US" sz="4000" dirty="0">
                <a:solidFill>
                  <a:schemeClr val="bg1"/>
                </a:solidFill>
              </a:rPr>
              <a:t>내가 한 것이 아니요 </a:t>
            </a:r>
            <a:pPr algn="l" indent="0" marL="0">
              <a:lnSpc>
                <a:spcPct val="110000"/>
              </a:lnSpc>
              <a:buNone/>
            </a:pPr>
            <a:r>
              <a:rPr lang="ko-KR" altLang="en-US" sz="4000" b="1" dirty="0">
                <a:solidFill>
                  <a:schemeClr val="accent1"/>
                </a:solidFill>
              </a:rPr>
              <a:t>오직</a:t>
            </a:r>
            <a:endParaRPr lang="en-US" sz="2200" dirty="0"/>
          </a:p>
          <a:p>
            <a:pPr algn="l" indent="0" marL="0">
              <a:lnSpc>
                <a:spcPct val="110000"/>
              </a:lnSpc>
              <a:buNone/>
            </a:pPr>
            <a:r>
              <a:rPr lang="ko-KR" altLang="en-US" sz="4000" b="1" dirty="0">
                <a:solidFill>
                  <a:schemeClr val="accent1"/>
                </a:solidFill>
              </a:rPr>
              <a:t>나와 함께 하신 하나님의 은혜로라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4652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title" hasCustomPrompt="1"/>
          </p:nvPr>
        </p:nvSpPr>
        <p:spPr>
          <a:xfrm>
            <a:off x="1234440" y="438912"/>
            <a:ext cx="1027145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chemeClr val="accent1"/>
                </a:solidFill>
              </a:rPr>
              <a:t>고린도후서 11:27</a:t>
            </a:r>
            <a:endParaRPr lang="en-US" sz="2400" dirty="0"/>
          </a:p>
        </p:txBody>
      </p:sp>
      <p:sp>
        <p:nvSpPr>
          <p:cNvPr id="3" name="Text 0"/>
          <p:cNvSpPr/>
          <p:nvPr>
            <p:ph idx="102" type="body" hasCustomPrompt="1"/>
          </p:nvPr>
        </p:nvSpPr>
        <p:spPr>
          <a:xfrm>
            <a:off x="685800" y="1325880"/>
            <a:ext cx="10820095" cy="4663440"/>
          </a:xfrm>
          <a:prstGeom prst="rect">
            <a:avLst/>
          </a:prstGeom>
          <a:noFill/>
          <a:ln/>
        </p:spPr>
        <p:txBody>
          <a:bodyPr wrap="square" lIns="0" tIns="50800" rIns="5080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ko-KR" altLang="en-US" sz="2400" b="1" dirty="0">
                <a:solidFill>
                  <a:schemeClr val="accent2"/>
                </a:solidFill>
              </a:rPr>
              <a:t>27  </a:t>
            </a:r>
            <a:pPr algn="l" indent="0" marL="0">
              <a:lnSpc>
                <a:spcPct val="110000"/>
              </a:lnSpc>
              <a:buNone/>
            </a:pPr>
            <a:r>
              <a:rPr lang="ko-KR" altLang="en-US" sz="4400" dirty="0">
                <a:solidFill>
                  <a:schemeClr val="bg1"/>
                </a:solidFill>
              </a:rPr>
              <a:t>또 수고하며 애쓰고 </a:t>
            </a:r>
            <a:pPr algn="l" indent="0" marL="0">
              <a:lnSpc>
                <a:spcPct val="110000"/>
              </a:lnSpc>
              <a:buNone/>
            </a:pPr>
            <a:r>
              <a:rPr lang="ko-KR" altLang="en-US" sz="4400" b="1" dirty="0">
                <a:solidFill>
                  <a:schemeClr val="accent1"/>
                </a:solidFill>
              </a:rPr>
              <a:t>여러 번 자지</a:t>
            </a:r>
            <a:endParaRPr lang="en-US" sz="2400" dirty="0"/>
          </a:p>
          <a:p>
            <a:pPr algn="l" indent="0" marL="0">
              <a:lnSpc>
                <a:spcPct val="110000"/>
              </a:lnSpc>
              <a:buNone/>
            </a:pPr>
            <a:r>
              <a:rPr lang="ko-KR" altLang="en-US" sz="4400" b="1" dirty="0">
                <a:solidFill>
                  <a:schemeClr val="accent1"/>
                </a:solidFill>
              </a:rPr>
              <a:t>못하고 </a:t>
            </a:r>
            <a:pPr algn="l" indent="0" marL="0">
              <a:lnSpc>
                <a:spcPct val="110000"/>
              </a:lnSpc>
              <a:buNone/>
            </a:pPr>
            <a:r>
              <a:rPr lang="ko-KR" altLang="en-US" sz="4400" dirty="0">
                <a:solidFill>
                  <a:schemeClr val="bg1"/>
                </a:solidFill>
              </a:rPr>
              <a:t>주리며 목마르고 여러 번 굶고</a:t>
            </a:r>
            <a:endParaRPr lang="en-US" sz="2400" dirty="0"/>
          </a:p>
          <a:p>
            <a:pPr algn="l" indent="0" marL="0">
              <a:lnSpc>
                <a:spcPct val="110000"/>
              </a:lnSpc>
              <a:buNone/>
            </a:pPr>
            <a:r>
              <a:rPr lang="ko-KR" altLang="en-US" sz="4400" dirty="0">
                <a:solidFill>
                  <a:schemeClr val="bg1"/>
                </a:solidFill>
              </a:rPr>
              <a:t>춥고 헐벗었노라</a:t>
            </a:r>
            <a:endParaRPr lang="en-US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4652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title" hasCustomPrompt="1"/>
          </p:nvPr>
        </p:nvSpPr>
        <p:spPr>
          <a:xfrm>
            <a:off x="1234440" y="438912"/>
            <a:ext cx="1027145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chemeClr val="accent1"/>
                </a:solidFill>
              </a:rPr>
              <a:t>나와 함께</a:t>
            </a:r>
            <a:endParaRPr lang="en-US" sz="2400" dirty="0"/>
          </a:p>
        </p:txBody>
      </p:sp>
      <p:sp>
        <p:nvSpPr>
          <p:cNvPr id="3" name="greek"/>
          <p:cNvSpPr txBox="1"/>
          <p:nvPr/>
        </p:nvSpPr>
        <p:spPr>
          <a:xfrm>
            <a:off x="685800" y="1325880"/>
            <a:ext cx="10820095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l-GR" altLang="en-US" sz="11000" dirty="0">
                <a:solidFill>
                  <a:schemeClr val="accent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σὺν ἐμοί</a:t>
            </a:r>
            <a:endParaRPr lang="el-GR" sz="11000" dirty="0"/>
          </a:p>
        </p:txBody>
      </p:sp>
      <p:sp>
        <p:nvSpPr>
          <p:cNvPr id="4" name="greek-ko"/>
          <p:cNvSpPr txBox="1"/>
          <p:nvPr/>
        </p:nvSpPr>
        <p:spPr>
          <a:xfrm>
            <a:off x="685800" y="3794760"/>
            <a:ext cx="1082009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chemeClr val="bg1"/>
                </a:solidFill>
              </a:rPr>
              <a:t>나와 함께</a:t>
            </a:r>
            <a:endParaRPr lang="en-US" sz="5400" dirty="0"/>
          </a:p>
        </p:txBody>
      </p:sp>
      <p:sp>
        <p:nvSpPr>
          <p:cNvPr id="5" name="greek-gloss"/>
          <p:cNvSpPr txBox="1"/>
          <p:nvPr/>
        </p:nvSpPr>
        <p:spPr>
          <a:xfrm>
            <a:off x="685800" y="4709160"/>
            <a:ext cx="1082009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chemeClr val="bg2"/>
                </a:solidFill>
              </a:rPr>
              <a:t>오직 나와 함께 하신 하나님의 은혜로라</a:t>
            </a:r>
            <a:endParaRPr lang="en-US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4652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title" hasCustomPrompt="1"/>
          </p:nvPr>
        </p:nvSpPr>
        <p:spPr>
          <a:xfrm>
            <a:off x="1234440" y="438912"/>
            <a:ext cx="1027145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chemeClr val="accent1"/>
                </a:solidFill>
              </a:rPr>
              <a:t>제리 브리지스</a:t>
            </a:r>
            <a:endParaRPr lang="en-US" sz="2400" dirty="0"/>
          </a:p>
        </p:txBody>
      </p:sp>
      <p:sp>
        <p:nvSpPr>
          <p:cNvPr id="3" name="quote-ko"/>
          <p:cNvSpPr txBox="1"/>
          <p:nvPr/>
        </p:nvSpPr>
        <p:spPr>
          <a:xfrm>
            <a:off x="685800" y="1234440"/>
            <a:ext cx="10820095" cy="2207768"/>
          </a:xfrm>
          <a:prstGeom prst="rect">
            <a:avLst/>
          </a:prstGeom>
          <a:noFill/>
          <a:ln/>
        </p:spPr>
        <p:txBody>
          <a:bodyPr wrap="square" lIns="0" tIns="50800" rIns="5080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ko-KR" altLang="en-US" sz="3600" b="1" dirty="0">
                <a:solidFill>
                  <a:schemeClr val="accent1"/>
                </a:solidFill>
              </a:rPr>
              <a:t>가장 나쁜 날도, </a:t>
            </a:r>
            <a:pPr algn="l" indent="0" marL="0">
              <a:lnSpc>
                <a:spcPct val="110000"/>
              </a:lnSpc>
              <a:buNone/>
            </a:pPr>
            <a:r>
              <a:rPr lang="ko-KR" altLang="en-US" sz="3600" dirty="0">
                <a:solidFill>
                  <a:schemeClr val="bg1"/>
                </a:solidFill>
              </a:rPr>
              <a:t>하나님의 은혜가 닿지 못할 만큼</a:t>
            </a:r>
            <a:endParaRPr lang="en-US" sz="3600" dirty="0"/>
          </a:p>
          <a:p>
            <a:pPr algn="l" indent="0" marL="0">
              <a:lnSpc>
                <a:spcPct val="110000"/>
              </a:lnSpc>
              <a:buNone/>
            </a:pPr>
            <a:r>
              <a:rPr lang="ko-KR" altLang="en-US" sz="3600" dirty="0">
                <a:solidFill>
                  <a:schemeClr val="bg1"/>
                </a:solidFill>
              </a:rPr>
              <a:t>나쁘지 않습니다. </a:t>
            </a:r>
            <a:pPr algn="l" indent="0" marL="0">
              <a:lnSpc>
                <a:spcPct val="110000"/>
              </a:lnSpc>
              <a:buNone/>
            </a:pPr>
            <a:r>
              <a:rPr lang="ko-KR" altLang="en-US" sz="3600" b="1" dirty="0">
                <a:solidFill>
                  <a:schemeClr val="accent1"/>
                </a:solidFill>
              </a:rPr>
              <a:t>가장 좋은 날도, </a:t>
            </a:r>
            <a:pPr algn="l" indent="0" marL="0">
              <a:lnSpc>
                <a:spcPct val="110000"/>
              </a:lnSpc>
              <a:buNone/>
            </a:pPr>
            <a:r>
              <a:rPr lang="ko-KR" altLang="en-US" sz="3600" dirty="0">
                <a:solidFill>
                  <a:schemeClr val="bg1"/>
                </a:solidFill>
              </a:rPr>
              <a:t>하나님의</a:t>
            </a:r>
            <a:endParaRPr lang="en-US" sz="3600" dirty="0"/>
          </a:p>
          <a:p>
            <a:pPr algn="l" indent="0" marL="0">
              <a:lnSpc>
                <a:spcPct val="110000"/>
              </a:lnSpc>
              <a:buNone/>
            </a:pPr>
            <a:r>
              <a:rPr lang="ko-KR" altLang="en-US" sz="3600" dirty="0">
                <a:solidFill>
                  <a:schemeClr val="bg1"/>
                </a:solidFill>
              </a:rPr>
              <a:t>은혜가 필요 없을 만큼 좋지 않습니다.</a:t>
            </a:r>
            <a:endParaRPr lang="en-US" sz="3600" dirty="0"/>
          </a:p>
        </p:txBody>
      </p:sp>
      <p:sp>
        <p:nvSpPr>
          <p:cNvPr id="4" name="quote-en-card"/>
          <p:cNvSpPr/>
          <p:nvPr/>
        </p:nvSpPr>
        <p:spPr>
          <a:xfrm>
            <a:off x="685800" y="3625088"/>
            <a:ext cx="10820095" cy="1861312"/>
          </a:xfrm>
          <a:prstGeom prst="roundRect">
            <a:avLst>
              <a:gd name="adj" fmla="val 3930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5" name="quote-en"/>
          <p:cNvSpPr txBox="1"/>
          <p:nvPr/>
        </p:nvSpPr>
        <p:spPr>
          <a:xfrm>
            <a:off x="960120" y="3670808"/>
            <a:ext cx="10271455" cy="1769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altLang="en-US" sz="2300" i="1" dirty="0">
                <a:solidFill>
                  <a:schemeClr val="bg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Your </a:t>
            </a:r>
            <a:pPr indent="0" marL="0">
              <a:lnSpc>
                <a:spcPct val="105000"/>
              </a:lnSpc>
              <a:buNone/>
            </a:pPr>
            <a:r>
              <a:rPr lang="en-US" altLang="en-US" sz="2300" b="1" i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worst days</a:t>
            </a:r>
            <a:pPr indent="0" marL="0">
              <a:lnSpc>
                <a:spcPct val="105000"/>
              </a:lnSpc>
              <a:buNone/>
            </a:pPr>
            <a:r>
              <a:rPr lang="en-US" altLang="en-US" sz="2300" i="1" dirty="0">
                <a:solidFill>
                  <a:schemeClr val="bg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are never so bad that you are beyond the reach of God's grace.</a:t>
            </a:r>
            <a:endParaRPr lang="en-US" sz="2300" dirty="0"/>
          </a:p>
          <a:p>
            <a:pPr indent="0" marL="0">
              <a:lnSpc>
                <a:spcPct val="105000"/>
              </a:lnSpc>
              <a:buNone/>
            </a:pPr>
            <a:r>
              <a:rPr lang="en-US" altLang="en-US" sz="2300" i="1" dirty="0">
                <a:solidFill>
                  <a:schemeClr val="bg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And your </a:t>
            </a:r>
            <a:pPr indent="0" marL="0">
              <a:lnSpc>
                <a:spcPct val="105000"/>
              </a:lnSpc>
              <a:buNone/>
            </a:pPr>
            <a:r>
              <a:rPr lang="en-US" altLang="en-US" sz="2300" b="1" i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best days</a:t>
            </a:r>
            <a:pPr indent="0" marL="0">
              <a:lnSpc>
                <a:spcPct val="105000"/>
              </a:lnSpc>
              <a:buNone/>
            </a:pPr>
            <a:r>
              <a:rPr lang="en-US" altLang="en-US" sz="2300" i="1" dirty="0">
                <a:solidFill>
                  <a:schemeClr val="bg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are never so good that you are beyond the need of God's grace.</a:t>
            </a:r>
            <a:endParaRPr lang="en-US" sz="2300" dirty="0"/>
          </a:p>
        </p:txBody>
      </p:sp>
      <p:sp>
        <p:nvSpPr>
          <p:cNvPr id="6" name="quote-by"/>
          <p:cNvSpPr txBox="1"/>
          <p:nvPr/>
        </p:nvSpPr>
        <p:spPr>
          <a:xfrm>
            <a:off x="685800" y="5577840"/>
            <a:ext cx="1082009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dirty="0">
                <a:solidFill>
                  <a:schemeClr val="bg2"/>
                </a:solidFill>
              </a:rPr>
              <a:t>제리 브리지스 · 『은혜의 훈련』(1994)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4652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20</a:t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title" hasCustomPrompt="1"/>
          </p:nvPr>
        </p:nvSpPr>
        <p:spPr>
          <a:xfrm>
            <a:off x="1234440" y="438912"/>
            <a:ext cx="1027145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chemeClr val="accent1"/>
                </a:solidFill>
              </a:rPr>
              <a:t>예레미야애가 3:22–23</a:t>
            </a:r>
            <a:endParaRPr lang="en-US" sz="2400" dirty="0"/>
          </a:p>
        </p:txBody>
      </p:sp>
      <p:sp>
        <p:nvSpPr>
          <p:cNvPr id="3" name="Text 0"/>
          <p:cNvSpPr/>
          <p:nvPr>
            <p:ph idx="102" type="body" hasCustomPrompt="1"/>
          </p:nvPr>
        </p:nvSpPr>
        <p:spPr>
          <a:xfrm>
            <a:off x="685800" y="1325880"/>
            <a:ext cx="10820095" cy="4663440"/>
          </a:xfrm>
          <a:prstGeom prst="rect">
            <a:avLst/>
          </a:prstGeom>
          <a:noFill/>
          <a:ln/>
        </p:spPr>
        <p:txBody>
          <a:bodyPr wrap="square" lIns="0" tIns="50800" rIns="5080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ko-KR" altLang="en-US" sz="2400" b="1" dirty="0">
                <a:solidFill>
                  <a:schemeClr val="accent2"/>
                </a:solidFill>
              </a:rPr>
              <a:t>22  </a:t>
            </a:r>
            <a:pPr algn="l" indent="0" marL="0">
              <a:lnSpc>
                <a:spcPct val="110000"/>
              </a:lnSpc>
              <a:buNone/>
            </a:pPr>
            <a:r>
              <a:rPr lang="ko-KR" altLang="en-US" sz="4400" dirty="0">
                <a:solidFill>
                  <a:schemeClr val="bg1"/>
                </a:solidFill>
              </a:rPr>
              <a:t>여호와의 인자와 긍휼이</a:t>
            </a:r>
            <a:endParaRPr lang="en-US" sz="2400" dirty="0"/>
          </a:p>
          <a:p>
            <a:pPr algn="l" indent="0" marL="0">
              <a:lnSpc>
                <a:spcPct val="110000"/>
              </a:lnSpc>
              <a:buNone/>
            </a:pPr>
            <a:r>
              <a:rPr lang="ko-KR" altLang="en-US" sz="4400" dirty="0">
                <a:solidFill>
                  <a:schemeClr val="bg1"/>
                </a:solidFill>
              </a:rPr>
              <a:t>무궁하시므로 우리가 진멸되지</a:t>
            </a:r>
            <a:endParaRPr lang="en-US" sz="2400" dirty="0"/>
          </a:p>
          <a:p>
            <a:pPr algn="l" indent="0" marL="0">
              <a:lnSpc>
                <a:spcPct val="110000"/>
              </a:lnSpc>
              <a:buNone/>
            </a:pPr>
            <a:r>
              <a:rPr lang="ko-KR" altLang="en-US" sz="4400" dirty="0">
                <a:solidFill>
                  <a:schemeClr val="bg1"/>
                </a:solidFill>
              </a:rPr>
              <a:t>아니함이니이다</a:t>
            </a:r>
            <a:endParaRPr lang="en-US" sz="2400" dirty="0"/>
          </a:p>
          <a:p>
            <a:pPr algn="l" indent="0" marL="0">
              <a:lnSpc>
                <a:spcPct val="110000"/>
              </a:lnSpc>
              <a:spcBef>
                <a:spcPts val="1000"/>
              </a:spcBef>
              <a:buNone/>
            </a:pPr>
            <a:r>
              <a:rPr lang="ko-KR" altLang="en-US" sz="2400" b="1" dirty="0">
                <a:solidFill>
                  <a:schemeClr val="accent2"/>
                </a:solidFill>
              </a:rPr>
              <a:t>23  </a:t>
            </a:r>
            <a:pPr algn="l" indent="0" marL="0">
              <a:lnSpc>
                <a:spcPct val="110000"/>
              </a:lnSpc>
              <a:spcBef>
                <a:spcPts val="1000"/>
              </a:spcBef>
              <a:buNone/>
            </a:pPr>
            <a:r>
              <a:rPr lang="ko-KR" altLang="en-US" sz="4400" dirty="0">
                <a:solidFill>
                  <a:schemeClr val="bg1"/>
                </a:solidFill>
              </a:rPr>
              <a:t>이것들이 </a:t>
            </a:r>
            <a:pPr algn="l" indent="0" marL="0">
              <a:lnSpc>
                <a:spcPct val="110000"/>
              </a:lnSpc>
              <a:spcBef>
                <a:spcPts val="1000"/>
              </a:spcBef>
              <a:buNone/>
            </a:pPr>
            <a:r>
              <a:rPr lang="ko-KR" altLang="en-US" sz="4400" b="1" dirty="0">
                <a:solidFill>
                  <a:schemeClr val="accent1"/>
                </a:solidFill>
              </a:rPr>
              <a:t>아침마다 새로우니 </a:t>
            </a:r>
            <a:pPr algn="l" indent="0" marL="0">
              <a:lnSpc>
                <a:spcPct val="110000"/>
              </a:lnSpc>
              <a:spcBef>
                <a:spcPts val="1000"/>
              </a:spcBef>
              <a:buNone/>
            </a:pPr>
            <a:r>
              <a:rPr lang="ko-KR" altLang="en-US" sz="4400" dirty="0">
                <a:solidFill>
                  <a:schemeClr val="bg1"/>
                </a:solidFill>
              </a:rPr>
              <a:t>주의</a:t>
            </a:r>
            <a:endParaRPr lang="en-US" sz="2400" dirty="0"/>
          </a:p>
          <a:p>
            <a:pPr algn="l" indent="0" marL="0">
              <a:lnSpc>
                <a:spcPct val="110000"/>
              </a:lnSpc>
              <a:buNone/>
            </a:pPr>
            <a:r>
              <a:rPr lang="ko-KR" altLang="en-US" sz="4400" dirty="0">
                <a:solidFill>
                  <a:schemeClr val="bg1"/>
                </a:solidFill>
              </a:rPr>
              <a:t>성실하심이 크시도소이다</a:t>
            </a:r>
            <a:endParaRPr lang="en-US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4652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21</a:t>
            </a:fld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essage"/>
          <p:cNvSpPr txBox="1"/>
          <p:nvPr/>
        </p:nvSpPr>
        <p:spPr>
          <a:xfrm>
            <a:off x="685800" y="1828800"/>
            <a:ext cx="10820095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4400" b="1" dirty="0">
                <a:solidFill>
                  <a:schemeClr val="bg1"/>
                </a:solidFill>
              </a:rPr>
              <a:t>은혜는 쌓아 두는 통조림이 아니라,</a:t>
            </a:r>
            <a:endParaRPr lang="en-US" sz="4400" dirty="0"/>
          </a:p>
          <a:p>
            <a:pPr algn="ctr" indent="0" marL="0">
              <a:lnSpc>
                <a:spcPct val="125000"/>
              </a:lnSpc>
              <a:buNone/>
            </a:pPr>
            <a:r>
              <a:rPr lang="en-US" sz="4400" b="1" dirty="0">
                <a:solidFill>
                  <a:schemeClr val="accent1"/>
                </a:solidFill>
              </a:rPr>
              <a:t>아침마다 거두는 만나입니다</a:t>
            </a:r>
            <a:endParaRPr lang="en-US" sz="4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4652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22</a:t>
            </a:fld>
            <a:endParaRPr 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body" hasCustomPrompt="1"/>
          </p:nvPr>
        </p:nvSpPr>
        <p:spPr>
          <a:xfrm>
            <a:off x="685800" y="2148840"/>
            <a:ext cx="1082009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chemeClr val="accent1"/>
                </a:solidFill>
              </a:rPr>
              <a:t>대지 3</a:t>
            </a:r>
            <a:endParaRPr lang="en-US" sz="2600" dirty="0"/>
          </a:p>
        </p:txBody>
      </p:sp>
      <p:sp>
        <p:nvSpPr>
          <p:cNvPr id="3" name="Text 0"/>
          <p:cNvSpPr/>
          <p:nvPr>
            <p:ph idx="102" type="title" hasCustomPrompt="1"/>
          </p:nvPr>
        </p:nvSpPr>
        <p:spPr>
          <a:xfrm>
            <a:off x="685800" y="2880360"/>
            <a:ext cx="10820095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4600" b="1" dirty="0">
                <a:solidFill>
                  <a:schemeClr val="bg1"/>
                </a:solidFill>
              </a:rPr>
              <a:t>그 은혜는</a:t>
            </a:r>
            <a:endParaRPr lang="en-US" sz="4600" dirty="0"/>
          </a:p>
          <a:p>
            <a:pPr algn="ctr" indent="0" marL="0">
              <a:buNone/>
            </a:pPr>
            <a:r>
              <a:rPr lang="en-US" sz="4600" b="1" dirty="0">
                <a:solidFill>
                  <a:schemeClr val="bg1"/>
                </a:solidFill>
              </a:rPr>
              <a:t>십자가의 은혜입니다</a:t>
            </a:r>
            <a:endParaRPr lang="en-US" sz="4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4652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23</a:t>
            </a:fld>
            <a:endParaRPr lang="en-US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title" hasCustomPrompt="1"/>
          </p:nvPr>
        </p:nvSpPr>
        <p:spPr>
          <a:xfrm>
            <a:off x="1234440" y="438912"/>
            <a:ext cx="1027145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chemeClr val="accent1"/>
                </a:solidFill>
              </a:rPr>
              <a:t>고린도전서 15:3–4</a:t>
            </a:r>
            <a:endParaRPr lang="en-US" sz="2400" dirty="0"/>
          </a:p>
        </p:txBody>
      </p:sp>
      <p:sp>
        <p:nvSpPr>
          <p:cNvPr id="3" name="Text 0"/>
          <p:cNvSpPr/>
          <p:nvPr>
            <p:ph idx="102" type="body" hasCustomPrompt="1"/>
          </p:nvPr>
        </p:nvSpPr>
        <p:spPr>
          <a:xfrm>
            <a:off x="685800" y="1325880"/>
            <a:ext cx="10820095" cy="4663440"/>
          </a:xfrm>
          <a:prstGeom prst="rect">
            <a:avLst/>
          </a:prstGeom>
          <a:noFill/>
          <a:ln/>
        </p:spPr>
        <p:txBody>
          <a:bodyPr wrap="square" lIns="0" tIns="50800" rIns="5080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ko-KR" altLang="en-US" sz="2200" b="1" dirty="0">
                <a:solidFill>
                  <a:schemeClr val="accent2"/>
                </a:solidFill>
              </a:rPr>
              <a:t>3  </a:t>
            </a:r>
            <a:pPr algn="l" indent="0" marL="0">
              <a:lnSpc>
                <a:spcPct val="110000"/>
              </a:lnSpc>
              <a:buNone/>
            </a:pPr>
            <a:r>
              <a:rPr lang="ko-KR" altLang="en-US" sz="4000" dirty="0">
                <a:solidFill>
                  <a:schemeClr val="bg1"/>
                </a:solidFill>
              </a:rPr>
              <a:t>내가 받은 것을 먼저 너희에게 전하였노니</a:t>
            </a:r>
            <a:endParaRPr lang="en-US" sz="2200" dirty="0"/>
          </a:p>
          <a:p>
            <a:pPr algn="l" indent="0" marL="0">
              <a:lnSpc>
                <a:spcPct val="110000"/>
              </a:lnSpc>
              <a:buNone/>
            </a:pPr>
            <a:r>
              <a:rPr lang="ko-KR" altLang="en-US" sz="4000" dirty="0">
                <a:solidFill>
                  <a:schemeClr val="bg1"/>
                </a:solidFill>
              </a:rPr>
              <a:t>이는 성경대로 </a:t>
            </a:r>
            <a:pPr algn="l" indent="0" marL="0">
              <a:lnSpc>
                <a:spcPct val="110000"/>
              </a:lnSpc>
              <a:buNone/>
            </a:pPr>
            <a:r>
              <a:rPr lang="ko-KR" altLang="en-US" sz="4000" b="1" dirty="0">
                <a:solidFill>
                  <a:schemeClr val="accent1"/>
                </a:solidFill>
              </a:rPr>
              <a:t>그리스도께서 우리 죄를</a:t>
            </a:r>
            <a:endParaRPr lang="en-US" sz="2200" dirty="0"/>
          </a:p>
          <a:p>
            <a:pPr algn="l" indent="0" marL="0">
              <a:lnSpc>
                <a:spcPct val="110000"/>
              </a:lnSpc>
              <a:buNone/>
            </a:pPr>
            <a:r>
              <a:rPr lang="ko-KR" altLang="en-US" sz="4000" b="1" dirty="0">
                <a:solidFill>
                  <a:schemeClr val="accent1"/>
                </a:solidFill>
              </a:rPr>
              <a:t>위하여 죽으시고</a:t>
            </a:r>
            <a:endParaRPr lang="en-US" sz="2200" dirty="0"/>
          </a:p>
          <a:p>
            <a:pPr algn="l" indent="0" marL="0">
              <a:lnSpc>
                <a:spcPct val="110000"/>
              </a:lnSpc>
              <a:spcBef>
                <a:spcPts val="1000"/>
              </a:spcBef>
              <a:buNone/>
            </a:pPr>
            <a:r>
              <a:rPr lang="ko-KR" altLang="en-US" sz="2200" b="1" dirty="0">
                <a:solidFill>
                  <a:schemeClr val="accent2"/>
                </a:solidFill>
              </a:rPr>
              <a:t>4  </a:t>
            </a:r>
            <a:pPr algn="l" indent="0" marL="0">
              <a:lnSpc>
                <a:spcPct val="110000"/>
              </a:lnSpc>
              <a:spcBef>
                <a:spcPts val="1000"/>
              </a:spcBef>
              <a:buNone/>
            </a:pPr>
            <a:r>
              <a:rPr lang="ko-KR" altLang="en-US" sz="4000" dirty="0">
                <a:solidFill>
                  <a:schemeClr val="bg1"/>
                </a:solidFill>
              </a:rPr>
              <a:t>장사 지낸 바 되셨다가 성경대로 </a:t>
            </a:r>
            <a:pPr algn="l" indent="0" marL="0">
              <a:lnSpc>
                <a:spcPct val="110000"/>
              </a:lnSpc>
              <a:spcBef>
                <a:spcPts val="1000"/>
              </a:spcBef>
              <a:buNone/>
            </a:pPr>
            <a:r>
              <a:rPr lang="ko-KR" altLang="en-US" sz="4000" b="1" dirty="0">
                <a:solidFill>
                  <a:schemeClr val="accent1"/>
                </a:solidFill>
              </a:rPr>
              <a:t>사흘</a:t>
            </a:r>
            <a:endParaRPr lang="en-US" sz="2200" dirty="0"/>
          </a:p>
          <a:p>
            <a:pPr algn="l" indent="0" marL="0">
              <a:lnSpc>
                <a:spcPct val="110000"/>
              </a:lnSpc>
              <a:buNone/>
            </a:pPr>
            <a:r>
              <a:rPr lang="ko-KR" altLang="en-US" sz="4000" b="1" dirty="0">
                <a:solidFill>
                  <a:schemeClr val="accent1"/>
                </a:solidFill>
              </a:rPr>
              <a:t>만에 다시 살아나사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4652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24</a:t>
            </a:fld>
            <a:endParaRPr lang="en-US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title" hasCustomPrompt="1"/>
          </p:nvPr>
        </p:nvSpPr>
        <p:spPr>
          <a:xfrm>
            <a:off x="1234440" y="438912"/>
            <a:ext cx="1027145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chemeClr val="accent1"/>
                </a:solidFill>
              </a:rPr>
              <a:t>로마서 5:8</a:t>
            </a:r>
            <a:endParaRPr lang="en-US" sz="2400" dirty="0"/>
          </a:p>
        </p:txBody>
      </p:sp>
      <p:sp>
        <p:nvSpPr>
          <p:cNvPr id="3" name="Text 0"/>
          <p:cNvSpPr/>
          <p:nvPr>
            <p:ph idx="102" type="body" hasCustomPrompt="1"/>
          </p:nvPr>
        </p:nvSpPr>
        <p:spPr>
          <a:xfrm>
            <a:off x="685800" y="1325880"/>
            <a:ext cx="10820095" cy="4663440"/>
          </a:xfrm>
          <a:prstGeom prst="rect">
            <a:avLst/>
          </a:prstGeom>
          <a:noFill/>
          <a:ln/>
        </p:spPr>
        <p:txBody>
          <a:bodyPr wrap="square" lIns="0" tIns="50800" rIns="5080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ko-KR" altLang="en-US" sz="2400" b="1" dirty="0">
                <a:solidFill>
                  <a:schemeClr val="accent2"/>
                </a:solidFill>
              </a:rPr>
              <a:t>8  </a:t>
            </a:r>
            <a:pPr algn="l" indent="0" marL="0">
              <a:lnSpc>
                <a:spcPct val="110000"/>
              </a:lnSpc>
              <a:buNone/>
            </a:pPr>
            <a:r>
              <a:rPr lang="ko-KR" altLang="en-US" sz="4400" b="1" dirty="0">
                <a:solidFill>
                  <a:schemeClr val="accent1"/>
                </a:solidFill>
              </a:rPr>
              <a:t>우리가 아직 죄인 되었을 때에</a:t>
            </a:r>
            <a:endParaRPr lang="en-US" sz="2400" dirty="0"/>
          </a:p>
          <a:p>
            <a:pPr algn="l" indent="0" marL="0">
              <a:lnSpc>
                <a:spcPct val="110000"/>
              </a:lnSpc>
              <a:buNone/>
            </a:pPr>
            <a:r>
              <a:rPr lang="ko-KR" altLang="en-US" sz="4400" dirty="0">
                <a:solidFill>
                  <a:schemeClr val="bg1"/>
                </a:solidFill>
              </a:rPr>
              <a:t>그리스도께서 우리를 위하여</a:t>
            </a:r>
            <a:endParaRPr lang="en-US" sz="2400" dirty="0"/>
          </a:p>
          <a:p>
            <a:pPr algn="l" indent="0" marL="0">
              <a:lnSpc>
                <a:spcPct val="110000"/>
              </a:lnSpc>
              <a:buNone/>
            </a:pPr>
            <a:r>
              <a:rPr lang="ko-KR" altLang="en-US" sz="4400" dirty="0">
                <a:solidFill>
                  <a:schemeClr val="bg1"/>
                </a:solidFill>
              </a:rPr>
              <a:t>죽으심으로 하나님께서 우리에 대한</a:t>
            </a:r>
            <a:endParaRPr lang="en-US" sz="2400" dirty="0"/>
          </a:p>
          <a:p>
            <a:pPr algn="l" indent="0" marL="0">
              <a:lnSpc>
                <a:spcPct val="110000"/>
              </a:lnSpc>
              <a:buNone/>
            </a:pPr>
            <a:r>
              <a:rPr lang="ko-KR" altLang="en-US" sz="4400" dirty="0">
                <a:solidFill>
                  <a:schemeClr val="bg1"/>
                </a:solidFill>
              </a:rPr>
              <a:t>자기의 사랑을 확증하셨느니라</a:t>
            </a:r>
            <a:endParaRPr lang="en-US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4652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25</a:t>
            </a:fld>
            <a:endParaRPr lang="en-US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title" hasCustomPrompt="1"/>
          </p:nvPr>
        </p:nvSpPr>
        <p:spPr>
          <a:xfrm>
            <a:off x="1234440" y="438912"/>
            <a:ext cx="1027145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chemeClr val="accent1"/>
                </a:solidFill>
              </a:rPr>
              <a:t>마태복음 18장 · 일만 달란트 빚진 종</a:t>
            </a:r>
            <a:endParaRPr lang="en-US" sz="2400" dirty="0"/>
          </a:p>
        </p:txBody>
      </p:sp>
      <p:sp>
        <p:nvSpPr>
          <p:cNvPr id="3" name="num-card-일만 달란트"/>
          <p:cNvSpPr/>
          <p:nvPr/>
        </p:nvSpPr>
        <p:spPr>
          <a:xfrm>
            <a:off x="685800" y="1325880"/>
            <a:ext cx="10820095" cy="1920240"/>
          </a:xfrm>
          <a:prstGeom prst="roundRect">
            <a:avLst>
              <a:gd name="adj" fmla="val 3810"/>
            </a:avLst>
          </a:prstGeom>
          <a:solidFill>
            <a:schemeClr val="tx2"/>
          </a:solidFill>
          <a:ln w="19050">
            <a:solidFill>
              <a:schemeClr val="accent1"/>
            </a:solidFill>
            <a:prstDash val="solid"/>
          </a:ln>
        </p:spPr>
      </p:sp>
      <p:sp>
        <p:nvSpPr>
          <p:cNvPr id="4" name="num-lab-일만 달란트"/>
          <p:cNvSpPr txBox="1"/>
          <p:nvPr/>
        </p:nvSpPr>
        <p:spPr>
          <a:xfrm>
            <a:off x="1051560" y="1463040"/>
            <a:ext cx="31089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accent1"/>
                </a:solidFill>
              </a:rPr>
              <a:t>일만 달란트</a:t>
            </a:r>
            <a:endParaRPr lang="en-US" sz="3200" dirty="0"/>
          </a:p>
        </p:txBody>
      </p:sp>
      <p:sp>
        <p:nvSpPr>
          <p:cNvPr id="5" name="num-big-일만 달란트"/>
          <p:cNvSpPr txBox="1"/>
          <p:nvPr/>
        </p:nvSpPr>
        <p:spPr>
          <a:xfrm>
            <a:off x="4160520" y="1463040"/>
            <a:ext cx="40233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chemeClr val="accent1"/>
                </a:solidFill>
              </a:rPr>
              <a:t>60억 달러</a:t>
            </a:r>
            <a:endParaRPr lang="en-US" sz="5400" dirty="0"/>
          </a:p>
        </p:txBody>
      </p:sp>
      <p:sp>
        <p:nvSpPr>
          <p:cNvPr id="6" name="num-small-일만 달란트"/>
          <p:cNvSpPr txBox="1"/>
          <p:nvPr/>
        </p:nvSpPr>
        <p:spPr>
          <a:xfrm>
            <a:off x="8366760" y="1463040"/>
            <a:ext cx="2864815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2600" dirty="0">
                <a:solidFill>
                  <a:schemeClr val="bg2"/>
                </a:solidFill>
              </a:rPr>
              <a:t>쉬지 않고 일해도</a:t>
            </a:r>
            <a:endParaRPr lang="en-US" sz="26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2600" dirty="0">
                <a:solidFill>
                  <a:schemeClr val="bg2"/>
                </a:solidFill>
              </a:rPr>
              <a:t>16만 년</a:t>
            </a:r>
            <a:endParaRPr lang="en-US" sz="2600" dirty="0"/>
          </a:p>
        </p:txBody>
      </p:sp>
      <p:sp>
        <p:nvSpPr>
          <p:cNvPr id="7" name="num-card-일백 데나리온"/>
          <p:cNvSpPr/>
          <p:nvPr/>
        </p:nvSpPr>
        <p:spPr>
          <a:xfrm>
            <a:off x="685800" y="3611880"/>
            <a:ext cx="10820095" cy="1920240"/>
          </a:xfrm>
          <a:prstGeom prst="roundRect">
            <a:avLst>
              <a:gd name="adj" fmla="val 3810"/>
            </a:avLst>
          </a:prstGeom>
          <a:solidFill>
            <a:schemeClr val="tx1"/>
          </a:solidFill>
          <a:ln w="19050">
            <a:solidFill>
              <a:schemeClr val="accent2"/>
            </a:solidFill>
            <a:prstDash val="solid"/>
          </a:ln>
        </p:spPr>
      </p:sp>
      <p:sp>
        <p:nvSpPr>
          <p:cNvPr id="8" name="num-lab-일백 데나리온"/>
          <p:cNvSpPr txBox="1"/>
          <p:nvPr/>
        </p:nvSpPr>
        <p:spPr>
          <a:xfrm>
            <a:off x="1051560" y="3749040"/>
            <a:ext cx="31089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bg2"/>
                </a:solidFill>
              </a:rPr>
              <a:t>일백 데나리온</a:t>
            </a:r>
            <a:endParaRPr lang="en-US" sz="3200" dirty="0"/>
          </a:p>
        </p:txBody>
      </p:sp>
      <p:sp>
        <p:nvSpPr>
          <p:cNvPr id="9" name="num-big-일백 데나리온"/>
          <p:cNvSpPr txBox="1"/>
          <p:nvPr/>
        </p:nvSpPr>
        <p:spPr>
          <a:xfrm>
            <a:off x="4160520" y="3749040"/>
            <a:ext cx="40233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chemeClr val="bg1"/>
                </a:solidFill>
              </a:rPr>
              <a:t>만 달러</a:t>
            </a:r>
            <a:endParaRPr lang="en-US" sz="4400" dirty="0"/>
          </a:p>
        </p:txBody>
      </p:sp>
      <p:sp>
        <p:nvSpPr>
          <p:cNvPr id="10" name="num-small-일백 데나리온"/>
          <p:cNvSpPr txBox="1"/>
          <p:nvPr/>
        </p:nvSpPr>
        <p:spPr>
          <a:xfrm>
            <a:off x="8366760" y="3749040"/>
            <a:ext cx="2864815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2600" dirty="0">
                <a:solidFill>
                  <a:schemeClr val="bg2"/>
                </a:solidFill>
              </a:rPr>
              <a:t>석 달 남짓</a:t>
            </a:r>
            <a:endParaRPr lang="en-US" sz="26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2600" dirty="0">
                <a:solidFill>
                  <a:schemeClr val="bg2"/>
                </a:solidFill>
              </a:rPr>
              <a:t>품삯</a:t>
            </a:r>
            <a:endParaRPr lang="en-US" sz="2600" dirty="0"/>
          </a:p>
        </p:txBody>
      </p:sp>
      <p:sp>
        <p:nvSpPr>
          <p:cNvPr id="11" name="num-basis"/>
          <p:cNvSpPr txBox="1"/>
          <p:nvPr/>
        </p:nvSpPr>
        <p:spPr>
          <a:xfrm>
            <a:off x="685800" y="5669280"/>
            <a:ext cx="1082009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dirty="0">
                <a:solidFill>
                  <a:schemeClr val="accent2"/>
                </a:solidFill>
              </a:rPr>
              <a:t>1달란트 = 6,000데나리온 · 1데나리온 = 하루 품삯(100달러로 계산)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4652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26</a:t>
            </a:fld>
            <a:endParaRPr lang="en-US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essage"/>
          <p:cNvSpPr txBox="1"/>
          <p:nvPr/>
        </p:nvSpPr>
        <p:spPr>
          <a:xfrm>
            <a:off x="685800" y="1828800"/>
            <a:ext cx="10820095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4400" b="1" dirty="0">
                <a:solidFill>
                  <a:schemeClr val="bg1"/>
                </a:solidFill>
              </a:rPr>
              <a:t>은혜는 값이 없어서 공짜가 아니라,</a:t>
            </a:r>
            <a:endParaRPr lang="en-US" sz="4400" dirty="0"/>
          </a:p>
          <a:p>
            <a:pPr algn="ctr" indent="0" marL="0">
              <a:lnSpc>
                <a:spcPct val="125000"/>
              </a:lnSpc>
              <a:buNone/>
            </a:pPr>
            <a:r>
              <a:rPr lang="en-US" sz="4400" b="1" dirty="0">
                <a:solidFill>
                  <a:schemeClr val="accent1"/>
                </a:solidFill>
              </a:rPr>
              <a:t>값을 매길 수 없어서 공짜입니다</a:t>
            </a:r>
            <a:endParaRPr lang="en-US" sz="4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4652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27</a:t>
            </a:fld>
            <a:endParaRPr lang="en-US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title" hasCustomPrompt="1"/>
          </p:nvPr>
        </p:nvSpPr>
        <p:spPr>
          <a:xfrm>
            <a:off x="1234440" y="438912"/>
            <a:ext cx="1027145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chemeClr val="accent1"/>
                </a:solidFill>
              </a:rPr>
              <a:t>디트리히 본회퍼</a:t>
            </a:r>
            <a:endParaRPr lang="en-US" sz="2400" dirty="0"/>
          </a:p>
        </p:txBody>
      </p:sp>
      <p:sp>
        <p:nvSpPr>
          <p:cNvPr id="3" name="quote-ko"/>
          <p:cNvSpPr txBox="1"/>
          <p:nvPr/>
        </p:nvSpPr>
        <p:spPr>
          <a:xfrm>
            <a:off x="685800" y="1234440"/>
            <a:ext cx="10820095" cy="2890520"/>
          </a:xfrm>
          <a:prstGeom prst="rect">
            <a:avLst/>
          </a:prstGeom>
          <a:noFill/>
          <a:ln/>
        </p:spPr>
        <p:txBody>
          <a:bodyPr wrap="square" lIns="0" tIns="50800" rIns="5080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ko-KR" altLang="en-US" sz="4000" dirty="0">
                <a:solidFill>
                  <a:schemeClr val="bg1"/>
                </a:solidFill>
              </a:rPr>
              <a:t>그 은혜가 </a:t>
            </a:r>
            <a:pPr algn="l" indent="0" marL="0">
              <a:lnSpc>
                <a:spcPct val="110000"/>
              </a:lnSpc>
              <a:buNone/>
            </a:pPr>
            <a:r>
              <a:rPr lang="ko-KR" altLang="en-US" sz="4000" b="1" dirty="0">
                <a:solidFill>
                  <a:schemeClr val="accent1"/>
                </a:solidFill>
              </a:rPr>
              <a:t>값비싼 </a:t>
            </a:r>
            <a:pPr algn="l" indent="0" marL="0">
              <a:lnSpc>
                <a:spcPct val="110000"/>
              </a:lnSpc>
              <a:buNone/>
            </a:pPr>
            <a:r>
              <a:rPr lang="ko-KR" altLang="en-US" sz="4000" dirty="0">
                <a:solidFill>
                  <a:schemeClr val="bg1"/>
                </a:solidFill>
              </a:rPr>
              <a:t>것은 사람에게 목숨을</a:t>
            </a:r>
            <a:endParaRPr lang="en-US" sz="4000" dirty="0"/>
          </a:p>
          <a:p>
            <a:pPr algn="l" indent="0" marL="0">
              <a:lnSpc>
                <a:spcPct val="110000"/>
              </a:lnSpc>
              <a:buNone/>
            </a:pPr>
            <a:r>
              <a:rPr lang="ko-KR" altLang="en-US" sz="4000" dirty="0">
                <a:solidFill>
                  <a:schemeClr val="bg1"/>
                </a:solidFill>
              </a:rPr>
              <a:t>요구하기 때문이요, 그것이 </a:t>
            </a:r>
            <a:pPr algn="l" indent="0" marL="0">
              <a:lnSpc>
                <a:spcPct val="110000"/>
              </a:lnSpc>
              <a:buNone/>
            </a:pPr>
            <a:r>
              <a:rPr lang="ko-KR" altLang="en-US" sz="4000" b="1" dirty="0">
                <a:solidFill>
                  <a:schemeClr val="accent1"/>
                </a:solidFill>
              </a:rPr>
              <a:t>은혜인 </a:t>
            </a:r>
            <a:pPr algn="l" indent="0" marL="0">
              <a:lnSpc>
                <a:spcPct val="110000"/>
              </a:lnSpc>
              <a:buNone/>
            </a:pPr>
            <a:r>
              <a:rPr lang="ko-KR" altLang="en-US" sz="4000" dirty="0">
                <a:solidFill>
                  <a:schemeClr val="bg1"/>
                </a:solidFill>
              </a:rPr>
              <a:t>것은</a:t>
            </a:r>
            <a:endParaRPr lang="en-US" sz="4000" dirty="0"/>
          </a:p>
          <a:p>
            <a:pPr algn="l" indent="0" marL="0">
              <a:lnSpc>
                <a:spcPct val="110000"/>
              </a:lnSpc>
              <a:buNone/>
            </a:pPr>
            <a:r>
              <a:rPr lang="ko-KR" altLang="en-US" sz="4000" dirty="0">
                <a:solidFill>
                  <a:schemeClr val="bg1"/>
                </a:solidFill>
              </a:rPr>
              <a:t>사람에게 유일한 참 생명을 주기</a:t>
            </a:r>
            <a:endParaRPr lang="en-US" sz="4000" dirty="0"/>
          </a:p>
          <a:p>
            <a:pPr algn="l" indent="0" marL="0">
              <a:lnSpc>
                <a:spcPct val="110000"/>
              </a:lnSpc>
              <a:buNone/>
            </a:pPr>
            <a:r>
              <a:rPr lang="ko-KR" altLang="en-US" sz="4000" dirty="0">
                <a:solidFill>
                  <a:schemeClr val="bg1"/>
                </a:solidFill>
              </a:rPr>
              <a:t>때문입니다.</a:t>
            </a:r>
            <a:endParaRPr lang="en-US" sz="4000" dirty="0"/>
          </a:p>
        </p:txBody>
      </p:sp>
      <p:sp>
        <p:nvSpPr>
          <p:cNvPr id="4" name="quote-en-card"/>
          <p:cNvSpPr/>
          <p:nvPr/>
        </p:nvSpPr>
        <p:spPr>
          <a:xfrm>
            <a:off x="685800" y="4307840"/>
            <a:ext cx="10820095" cy="1178560"/>
          </a:xfrm>
          <a:prstGeom prst="roundRect">
            <a:avLst>
              <a:gd name="adj" fmla="val 6207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5" name="quote-en"/>
          <p:cNvSpPr txBox="1"/>
          <p:nvPr/>
        </p:nvSpPr>
        <p:spPr>
          <a:xfrm>
            <a:off x="960120" y="4353560"/>
            <a:ext cx="10271455" cy="1087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altLang="en-US" sz="2500" i="1" dirty="0">
                <a:solidFill>
                  <a:schemeClr val="bg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It is </a:t>
            </a:r>
            <a:pPr indent="0" marL="0">
              <a:lnSpc>
                <a:spcPct val="105000"/>
              </a:lnSpc>
              <a:buNone/>
            </a:pPr>
            <a:r>
              <a:rPr lang="en-US" altLang="en-US" sz="2500" b="1" i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costly</a:t>
            </a:r>
            <a:pPr indent="0" marL="0">
              <a:lnSpc>
                <a:spcPct val="105000"/>
              </a:lnSpc>
              <a:buNone/>
            </a:pPr>
            <a:r>
              <a:rPr lang="en-US" altLang="en-US" sz="2500" i="1" dirty="0">
                <a:solidFill>
                  <a:schemeClr val="bg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because it costs a man his life,</a:t>
            </a:r>
            <a:endParaRPr lang="en-US" sz="2500" dirty="0"/>
          </a:p>
          <a:p>
            <a:pPr indent="0" marL="0">
              <a:lnSpc>
                <a:spcPct val="105000"/>
              </a:lnSpc>
              <a:buNone/>
            </a:pPr>
            <a:r>
              <a:rPr lang="en-US" altLang="en-US" sz="2500" i="1" dirty="0">
                <a:solidFill>
                  <a:schemeClr val="bg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and it is </a:t>
            </a:r>
            <a:pPr indent="0" marL="0">
              <a:lnSpc>
                <a:spcPct val="105000"/>
              </a:lnSpc>
              <a:buNone/>
            </a:pPr>
            <a:r>
              <a:rPr lang="en-US" altLang="en-US" sz="2500" b="1" i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grace</a:t>
            </a:r>
            <a:pPr indent="0" marL="0">
              <a:lnSpc>
                <a:spcPct val="105000"/>
              </a:lnSpc>
              <a:buNone/>
            </a:pPr>
            <a:r>
              <a:rPr lang="en-US" altLang="en-US" sz="2500" i="1" dirty="0">
                <a:solidFill>
                  <a:schemeClr val="bg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because it gives a man the only true life.</a:t>
            </a:r>
            <a:endParaRPr lang="en-US" sz="2500" dirty="0"/>
          </a:p>
        </p:txBody>
      </p:sp>
      <p:sp>
        <p:nvSpPr>
          <p:cNvPr id="6" name="quote-by"/>
          <p:cNvSpPr txBox="1"/>
          <p:nvPr/>
        </p:nvSpPr>
        <p:spPr>
          <a:xfrm>
            <a:off x="685800" y="5577840"/>
            <a:ext cx="1082009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dirty="0">
                <a:solidFill>
                  <a:schemeClr val="bg2"/>
                </a:solidFill>
              </a:rPr>
              <a:t>디트리히 본회퍼 · 『나를 따르라』(1937)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4652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28</a:t>
            </a:fld>
            <a:endParaRPr lang="en-US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title" hasCustomPrompt="1"/>
          </p:nvPr>
        </p:nvSpPr>
        <p:spPr>
          <a:xfrm>
            <a:off x="1234440" y="438912"/>
            <a:ext cx="1027145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chemeClr val="accent1"/>
                </a:solidFill>
              </a:rPr>
              <a:t>손양원 목사 · 1948년 10월</a:t>
            </a:r>
            <a:endParaRPr lang="en-US" sz="2400" dirty="0"/>
          </a:p>
        </p:txBody>
      </p:sp>
      <p:sp>
        <p:nvSpPr>
          <p:cNvPr id="3" name="son-thanks"/>
          <p:cNvSpPr txBox="1"/>
          <p:nvPr/>
        </p:nvSpPr>
        <p:spPr>
          <a:xfrm>
            <a:off x="685800" y="1234440"/>
            <a:ext cx="10820095" cy="4114800"/>
          </a:xfrm>
          <a:prstGeom prst="rect">
            <a:avLst/>
          </a:prstGeom>
          <a:noFill/>
          <a:ln/>
        </p:spPr>
        <p:txBody>
          <a:bodyPr wrap="square" lIns="0" tIns="50800" rIns="5080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ko-KR" altLang="en-US" sz="1800" b="1" dirty="0">
                <a:solidFill>
                  <a:schemeClr val="accent2"/>
                </a:solidFill>
              </a:rPr>
              <a:t>1  </a:t>
            </a:r>
            <a:pPr algn="l" indent="0" marL="0">
              <a:lnSpc>
                <a:spcPct val="110000"/>
              </a:lnSpc>
              <a:buNone/>
            </a:pPr>
            <a:r>
              <a:rPr lang="ko-KR" altLang="en-US" sz="3200" dirty="0">
                <a:solidFill>
                  <a:schemeClr val="bg1"/>
                </a:solidFill>
              </a:rPr>
              <a:t>나 같은 죄인의 혈통에서 </a:t>
            </a:r>
            <a:pPr algn="l" indent="0" marL="0">
              <a:lnSpc>
                <a:spcPct val="110000"/>
              </a:lnSpc>
              <a:buNone/>
            </a:pPr>
            <a:r>
              <a:rPr lang="ko-KR" altLang="en-US" sz="3200" b="1" dirty="0">
                <a:solidFill>
                  <a:schemeClr val="accent1"/>
                </a:solidFill>
              </a:rPr>
              <a:t>순교의 자식들이 </a:t>
            </a:r>
            <a:pPr algn="l" indent="0" marL="0">
              <a:lnSpc>
                <a:spcPct val="110000"/>
              </a:lnSpc>
              <a:buNone/>
            </a:pPr>
            <a:r>
              <a:rPr lang="ko-KR" altLang="en-US" sz="3200" dirty="0">
                <a:solidFill>
                  <a:schemeClr val="bg1"/>
                </a:solidFill>
              </a:rPr>
              <a:t>나오게</a:t>
            </a:r>
            <a:endParaRPr lang="en-US" sz="1800" dirty="0"/>
          </a:p>
          <a:p>
            <a:pPr algn="l" indent="0" marL="0">
              <a:lnSpc>
                <a:spcPct val="110000"/>
              </a:lnSpc>
              <a:buNone/>
            </a:pPr>
            <a:r>
              <a:rPr lang="ko-KR" altLang="en-US" sz="3200" dirty="0">
                <a:solidFill>
                  <a:schemeClr val="bg1"/>
                </a:solidFill>
              </a:rPr>
              <a:t>하셨으니 감사합니다.</a:t>
            </a:r>
            <a:endParaRPr lang="en-US" sz="1800" dirty="0"/>
          </a:p>
          <a:p>
            <a:pPr algn="l" indent="0" marL="0">
              <a:lnSpc>
                <a:spcPct val="110000"/>
              </a:lnSpc>
              <a:spcBef>
                <a:spcPts val="1000"/>
              </a:spcBef>
              <a:buNone/>
            </a:pPr>
            <a:r>
              <a:rPr lang="ko-KR" altLang="en-US" sz="1800" b="1" dirty="0">
                <a:solidFill>
                  <a:schemeClr val="accent2"/>
                </a:solidFill>
              </a:rPr>
              <a:t>2  </a:t>
            </a:r>
            <a:pPr algn="l" indent="0" marL="0">
              <a:lnSpc>
                <a:spcPct val="110000"/>
              </a:lnSpc>
              <a:spcBef>
                <a:spcPts val="1000"/>
              </a:spcBef>
              <a:buNone/>
            </a:pPr>
            <a:r>
              <a:rPr lang="ko-KR" altLang="en-US" sz="3200" dirty="0">
                <a:solidFill>
                  <a:schemeClr val="bg1"/>
                </a:solidFill>
              </a:rPr>
              <a:t>미국 유학 가려고 준비하던 내 아들, </a:t>
            </a:r>
            <a:pPr algn="l" indent="0" marL="0">
              <a:lnSpc>
                <a:spcPct val="110000"/>
              </a:lnSpc>
              <a:spcBef>
                <a:spcPts val="1000"/>
              </a:spcBef>
              <a:buNone/>
            </a:pPr>
            <a:r>
              <a:rPr lang="ko-KR" altLang="en-US" sz="3200" b="1" dirty="0">
                <a:solidFill>
                  <a:schemeClr val="accent1"/>
                </a:solidFill>
              </a:rPr>
              <a:t>미국보다 더</a:t>
            </a:r>
            <a:endParaRPr lang="en-US" sz="1800" dirty="0"/>
          </a:p>
          <a:p>
            <a:pPr algn="l" indent="0" marL="0">
              <a:lnSpc>
                <a:spcPct val="110000"/>
              </a:lnSpc>
              <a:buNone/>
            </a:pPr>
            <a:r>
              <a:rPr lang="ko-KR" altLang="en-US" sz="3200" b="1" dirty="0">
                <a:solidFill>
                  <a:schemeClr val="accent1"/>
                </a:solidFill>
              </a:rPr>
              <a:t>좋은 천국에 </a:t>
            </a:r>
            <a:pPr algn="l" indent="0" marL="0">
              <a:lnSpc>
                <a:spcPct val="110000"/>
              </a:lnSpc>
              <a:buNone/>
            </a:pPr>
            <a:r>
              <a:rPr lang="ko-KR" altLang="en-US" sz="3200" dirty="0">
                <a:solidFill>
                  <a:schemeClr val="bg1"/>
                </a:solidFill>
              </a:rPr>
              <a:t>갔으니 내 마음이 안심되어 감사합니다.</a:t>
            </a:r>
            <a:endParaRPr lang="en-US" sz="1800" dirty="0"/>
          </a:p>
          <a:p>
            <a:pPr algn="l" indent="0" marL="0">
              <a:lnSpc>
                <a:spcPct val="110000"/>
              </a:lnSpc>
              <a:spcBef>
                <a:spcPts val="1000"/>
              </a:spcBef>
              <a:buNone/>
            </a:pPr>
            <a:r>
              <a:rPr lang="ko-KR" altLang="en-US" sz="1800" b="1" dirty="0">
                <a:solidFill>
                  <a:schemeClr val="accent2"/>
                </a:solidFill>
              </a:rPr>
              <a:t>3  </a:t>
            </a:r>
            <a:pPr algn="l" indent="0" marL="0">
              <a:lnSpc>
                <a:spcPct val="110000"/>
              </a:lnSpc>
              <a:spcBef>
                <a:spcPts val="1000"/>
              </a:spcBef>
              <a:buNone/>
            </a:pPr>
            <a:r>
              <a:rPr lang="ko-KR" altLang="en-US" sz="3200" dirty="0">
                <a:solidFill>
                  <a:schemeClr val="bg1"/>
                </a:solidFill>
              </a:rPr>
              <a:t>나의 사랑하는 두 아들을 총살한 원수를 회개시켜 </a:t>
            </a:r>
            <a:pPr algn="l" indent="0" marL="0">
              <a:lnSpc>
                <a:spcPct val="110000"/>
              </a:lnSpc>
              <a:spcBef>
                <a:spcPts val="1000"/>
              </a:spcBef>
              <a:buNone/>
            </a:pPr>
            <a:r>
              <a:rPr lang="ko-KR" altLang="en-US" sz="3200" b="1" dirty="0">
                <a:solidFill>
                  <a:schemeClr val="accent1"/>
                </a:solidFill>
              </a:rPr>
              <a:t>내</a:t>
            </a:r>
            <a:endParaRPr lang="en-US" sz="1800" dirty="0"/>
          </a:p>
          <a:p>
            <a:pPr algn="l" indent="0" marL="0">
              <a:lnSpc>
                <a:spcPct val="110000"/>
              </a:lnSpc>
              <a:buNone/>
            </a:pPr>
            <a:r>
              <a:rPr lang="ko-KR" altLang="en-US" sz="3200" b="1" dirty="0">
                <a:solidFill>
                  <a:schemeClr val="accent1"/>
                </a:solidFill>
              </a:rPr>
              <a:t>아들 삼고자 하는 사랑의 마음을 </a:t>
            </a:r>
            <a:pPr algn="l" indent="0" marL="0">
              <a:lnSpc>
                <a:spcPct val="110000"/>
              </a:lnSpc>
              <a:buNone/>
            </a:pPr>
            <a:r>
              <a:rPr lang="ko-KR" altLang="en-US" sz="3200" dirty="0">
                <a:solidFill>
                  <a:schemeClr val="bg1"/>
                </a:solidFill>
              </a:rPr>
              <a:t>주셔서 감사합니다.</a:t>
            </a:r>
            <a:endParaRPr lang="en-US" sz="1800" dirty="0"/>
          </a:p>
        </p:txBody>
      </p:sp>
      <p:sp>
        <p:nvSpPr>
          <p:cNvPr id="4" name="son-by"/>
          <p:cNvSpPr txBox="1"/>
          <p:nvPr/>
        </p:nvSpPr>
        <p:spPr>
          <a:xfrm>
            <a:off x="685800" y="5486400"/>
            <a:ext cx="1082009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dirty="0">
                <a:solidFill>
                  <a:schemeClr val="bg2"/>
                </a:solidFill>
              </a:rPr>
              <a:t>두 아들 동인 · 동신을 잃은 뒤 드린 '열 가지 감사'로 전해 오는 고백 가운데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4652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29</a:t>
            </a:fld>
            <a:endParaRPr lang="en-US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title" hasCustomPrompt="1"/>
          </p:nvPr>
        </p:nvSpPr>
        <p:spPr>
          <a:xfrm>
            <a:off x="1234440" y="438912"/>
            <a:ext cx="1027145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chemeClr val="accent1"/>
                </a:solidFill>
              </a:rPr>
              <a:t>에베소서 2:8</a:t>
            </a:r>
            <a:endParaRPr lang="en-US" sz="2400" dirty="0"/>
          </a:p>
        </p:txBody>
      </p:sp>
      <p:sp>
        <p:nvSpPr>
          <p:cNvPr id="3" name="Text 0"/>
          <p:cNvSpPr/>
          <p:nvPr>
            <p:ph idx="102" type="body" hasCustomPrompt="1"/>
          </p:nvPr>
        </p:nvSpPr>
        <p:spPr>
          <a:xfrm>
            <a:off x="685800" y="1325880"/>
            <a:ext cx="10820095" cy="4663440"/>
          </a:xfrm>
          <a:prstGeom prst="rect">
            <a:avLst/>
          </a:prstGeom>
          <a:noFill/>
          <a:ln/>
        </p:spPr>
        <p:txBody>
          <a:bodyPr wrap="square" lIns="0" tIns="50800" rIns="5080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ko-KR" altLang="en-US" sz="2400" b="1" dirty="0">
                <a:solidFill>
                  <a:schemeClr val="accent2"/>
                </a:solidFill>
              </a:rPr>
              <a:t>8  </a:t>
            </a:r>
            <a:pPr algn="l" indent="0" marL="0">
              <a:lnSpc>
                <a:spcPct val="110000"/>
              </a:lnSpc>
              <a:buNone/>
            </a:pPr>
            <a:r>
              <a:rPr lang="ko-KR" altLang="en-US" sz="4400" dirty="0">
                <a:solidFill>
                  <a:schemeClr val="bg1"/>
                </a:solidFill>
              </a:rPr>
              <a:t>너희는 그 은혜에 의하여 믿음으로</a:t>
            </a:r>
            <a:endParaRPr lang="en-US" sz="2400" dirty="0"/>
          </a:p>
          <a:p>
            <a:pPr algn="l" indent="0" marL="0">
              <a:lnSpc>
                <a:spcPct val="110000"/>
              </a:lnSpc>
              <a:buNone/>
            </a:pPr>
            <a:r>
              <a:rPr lang="ko-KR" altLang="en-US" sz="4400" dirty="0">
                <a:solidFill>
                  <a:schemeClr val="bg1"/>
                </a:solidFill>
              </a:rPr>
              <a:t>말미암아 구원을 받았으니 이것은</a:t>
            </a:r>
            <a:endParaRPr lang="en-US" sz="2400" dirty="0"/>
          </a:p>
          <a:p>
            <a:pPr algn="l" indent="0" marL="0">
              <a:lnSpc>
                <a:spcPct val="110000"/>
              </a:lnSpc>
              <a:buNone/>
            </a:pPr>
            <a:r>
              <a:rPr lang="ko-KR" altLang="en-US" sz="4400" dirty="0">
                <a:solidFill>
                  <a:schemeClr val="bg1"/>
                </a:solidFill>
              </a:rPr>
              <a:t>너희에게서 난 것이 아니요 </a:t>
            </a:r>
            <a:pPr algn="l" indent="0" marL="0">
              <a:lnSpc>
                <a:spcPct val="110000"/>
              </a:lnSpc>
              <a:buNone/>
            </a:pPr>
            <a:r>
              <a:rPr lang="ko-KR" altLang="en-US" sz="4400" b="1" dirty="0">
                <a:solidFill>
                  <a:schemeClr val="accent1"/>
                </a:solidFill>
              </a:rPr>
              <a:t>하나님의</a:t>
            </a:r>
            <a:endParaRPr lang="en-US" sz="2400" dirty="0"/>
          </a:p>
          <a:p>
            <a:pPr algn="l" indent="0" marL="0">
              <a:lnSpc>
                <a:spcPct val="110000"/>
              </a:lnSpc>
              <a:buNone/>
            </a:pPr>
            <a:r>
              <a:rPr lang="ko-KR" altLang="en-US" sz="4400" b="1" dirty="0">
                <a:solidFill>
                  <a:schemeClr val="accent1"/>
                </a:solidFill>
              </a:rPr>
              <a:t>선물이라</a:t>
            </a:r>
            <a:endParaRPr lang="en-US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4652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30</a:t>
            </a:fld>
            <a:endParaRPr lang="en-US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body" hasCustomPrompt="1"/>
          </p:nvPr>
        </p:nvSpPr>
        <p:spPr>
          <a:xfrm>
            <a:off x="685800" y="2148840"/>
            <a:ext cx="1082009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chemeClr val="accent1"/>
                </a:solidFill>
              </a:rPr>
              <a:t>결론</a:t>
            </a:r>
            <a:endParaRPr lang="en-US" sz="2600" dirty="0"/>
          </a:p>
        </p:txBody>
      </p:sp>
      <p:sp>
        <p:nvSpPr>
          <p:cNvPr id="3" name="Text 0"/>
          <p:cNvSpPr/>
          <p:nvPr>
            <p:ph idx="102" type="title" hasCustomPrompt="1"/>
          </p:nvPr>
        </p:nvSpPr>
        <p:spPr>
          <a:xfrm>
            <a:off x="685800" y="2880360"/>
            <a:ext cx="10820095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4600" b="1" dirty="0">
                <a:solidFill>
                  <a:schemeClr val="bg1"/>
                </a:solidFill>
              </a:rPr>
              <a:t>은혜는</a:t>
            </a:r>
            <a:endParaRPr lang="en-US" sz="4600" dirty="0"/>
          </a:p>
          <a:p>
            <a:pPr algn="ctr" indent="0" marL="0">
              <a:buNone/>
            </a:pPr>
            <a:r>
              <a:rPr lang="en-US" sz="4600" b="1" dirty="0">
                <a:solidFill>
                  <a:schemeClr val="bg1"/>
                </a:solidFill>
              </a:rPr>
              <a:t>흘러야 삽니다</a:t>
            </a:r>
            <a:endParaRPr lang="en-US" sz="4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4652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31</a:t>
            </a:fld>
            <a:endParaRPr lang="en-US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title" hasCustomPrompt="1"/>
          </p:nvPr>
        </p:nvSpPr>
        <p:spPr>
          <a:xfrm>
            <a:off x="1234440" y="438912"/>
            <a:ext cx="1027145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chemeClr val="accent1"/>
                </a:solidFill>
              </a:rPr>
              <a:t>갈릴리 바다와 사해</a:t>
            </a:r>
            <a:endParaRPr lang="en-US" sz="2400" dirty="0"/>
          </a:p>
        </p:txBody>
      </p:sp>
      <p:sp>
        <p:nvSpPr>
          <p:cNvPr id="3" name="sea-card-갈릴리"/>
          <p:cNvSpPr/>
          <p:nvPr/>
        </p:nvSpPr>
        <p:spPr>
          <a:xfrm>
            <a:off x="685800" y="1371600"/>
            <a:ext cx="5166360" cy="4206240"/>
          </a:xfrm>
          <a:prstGeom prst="roundRect">
            <a:avLst>
              <a:gd name="adj" fmla="val 2174"/>
            </a:avLst>
          </a:prstGeom>
          <a:solidFill>
            <a:schemeClr val="tx2"/>
          </a:solidFill>
          <a:ln w="19050">
            <a:solidFill>
              <a:schemeClr val="accent1"/>
            </a:solidFill>
            <a:prstDash val="solid"/>
          </a:ln>
        </p:spPr>
      </p:sp>
      <p:sp>
        <p:nvSpPr>
          <p:cNvPr id="4" name="sea-name-갈릴리"/>
          <p:cNvSpPr txBox="1"/>
          <p:nvPr/>
        </p:nvSpPr>
        <p:spPr>
          <a:xfrm>
            <a:off x="685800" y="1600200"/>
            <a:ext cx="5166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chemeClr val="accent1"/>
                </a:solidFill>
              </a:rPr>
              <a:t>갈릴리</a:t>
            </a:r>
            <a:endParaRPr lang="en-US" sz="4400" dirty="0"/>
          </a:p>
        </p:txBody>
      </p:sp>
      <p:sp>
        <p:nvSpPr>
          <p:cNvPr id="5" name="sea-text-갈릴리"/>
          <p:cNvSpPr txBox="1"/>
          <p:nvPr/>
        </p:nvSpPr>
        <p:spPr>
          <a:xfrm>
            <a:off x="960120" y="2743200"/>
            <a:ext cx="461772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3000" b="1" dirty="0">
                <a:solidFill>
                  <a:schemeClr val="bg1"/>
                </a:solidFill>
              </a:rPr>
              <a:t>받은 물을 흘려보냅니다</a:t>
            </a:r>
            <a:endParaRPr lang="en-US" sz="30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2600" dirty="0">
                <a:solidFill>
                  <a:schemeClr val="bg2"/>
                </a:solidFill>
              </a:rPr>
              <a:t>고기가 살고, 어부가 삽니다</a:t>
            </a:r>
            <a:endParaRPr lang="en-US" sz="3000" dirty="0"/>
          </a:p>
        </p:txBody>
      </p:sp>
      <p:sp>
        <p:nvSpPr>
          <p:cNvPr id="6" name="sea-card-사해"/>
          <p:cNvSpPr/>
          <p:nvPr/>
        </p:nvSpPr>
        <p:spPr>
          <a:xfrm>
            <a:off x="6339535" y="1371600"/>
            <a:ext cx="5166360" cy="4206240"/>
          </a:xfrm>
          <a:prstGeom prst="roundRect">
            <a:avLst>
              <a:gd name="adj" fmla="val 2174"/>
            </a:avLst>
          </a:prstGeom>
          <a:solidFill>
            <a:schemeClr val="tx1"/>
          </a:solidFill>
          <a:ln w="19050">
            <a:solidFill>
              <a:schemeClr val="accent2"/>
            </a:solidFill>
            <a:prstDash val="solid"/>
          </a:ln>
        </p:spPr>
      </p:sp>
      <p:sp>
        <p:nvSpPr>
          <p:cNvPr id="7" name="sea-name-사해"/>
          <p:cNvSpPr txBox="1"/>
          <p:nvPr/>
        </p:nvSpPr>
        <p:spPr>
          <a:xfrm>
            <a:off x="6339535" y="1600200"/>
            <a:ext cx="5166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chemeClr val="bg2"/>
                </a:solidFill>
              </a:rPr>
              <a:t>사해</a:t>
            </a:r>
            <a:endParaRPr lang="en-US" sz="4400" dirty="0"/>
          </a:p>
        </p:txBody>
      </p:sp>
      <p:sp>
        <p:nvSpPr>
          <p:cNvPr id="8" name="sea-text-사해"/>
          <p:cNvSpPr txBox="1"/>
          <p:nvPr/>
        </p:nvSpPr>
        <p:spPr>
          <a:xfrm>
            <a:off x="6613855" y="2743200"/>
            <a:ext cx="461772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3000" b="1" dirty="0">
                <a:solidFill>
                  <a:schemeClr val="bg1"/>
                </a:solidFill>
              </a:rPr>
              <a:t>받기만 하고 내보내지 않습니다</a:t>
            </a:r>
            <a:endParaRPr lang="en-US" sz="30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2600" dirty="0">
                <a:solidFill>
                  <a:schemeClr val="bg2"/>
                </a:solidFill>
              </a:rPr>
              <a:t>고기 한 마리 살지 못합니다</a:t>
            </a:r>
            <a:endParaRPr lang="en-US" sz="3000" dirty="0"/>
          </a:p>
        </p:txBody>
      </p:sp>
      <p:sp>
        <p:nvSpPr>
          <p:cNvPr id="9" name="sea-peak"/>
          <p:cNvSpPr txBox="1"/>
          <p:nvPr/>
        </p:nvSpPr>
        <p:spPr>
          <a:xfrm>
            <a:off x="685800" y="5760720"/>
            <a:ext cx="1082009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accent1"/>
                </a:solidFill>
              </a:rPr>
              <a:t>은혜는 받기만 하면 사해가 되고, 흘려보내면 갈릴리가 됩니다</a:t>
            </a:r>
            <a:endParaRPr lang="en-US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4652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32</a:t>
            </a:fld>
            <a:endParaRPr lang="en-US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fess"/>
          <p:cNvSpPr txBox="1"/>
          <p:nvPr/>
        </p:nvSpPr>
        <p:spPr>
          <a:xfrm>
            <a:off x="685800" y="1828800"/>
            <a:ext cx="10820095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5600" b="1" dirty="0">
                <a:solidFill>
                  <a:schemeClr val="bg1"/>
                </a:solidFill>
              </a:rPr>
              <a:t>나의 나 된 것은</a:t>
            </a:r>
            <a:endParaRPr lang="en-US" sz="56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5600" b="1" dirty="0">
                <a:solidFill>
                  <a:schemeClr val="accent1"/>
                </a:solidFill>
              </a:rPr>
              <a:t>하나님의 은혜입니다</a:t>
            </a:r>
            <a:endParaRPr lang="en-US" sz="5600" dirty="0"/>
          </a:p>
        </p:txBody>
      </p:sp>
      <p:sp>
        <p:nvSpPr>
          <p:cNvPr id="3" name="confess-ref"/>
          <p:cNvSpPr txBox="1"/>
          <p:nvPr/>
        </p:nvSpPr>
        <p:spPr>
          <a:xfrm>
            <a:off x="685800" y="4937760"/>
            <a:ext cx="1082009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chemeClr val="bg2"/>
                </a:solidFill>
              </a:rPr>
              <a:t>고린도전서 15:10</a:t>
            </a:r>
            <a:endParaRPr lang="en-US" sz="2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4652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33</a:t>
            </a:fld>
            <a:endParaRPr lang="en-US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 name="Slide 3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essage"/>
          <p:cNvSpPr txBox="1"/>
          <p:nvPr/>
        </p:nvSpPr>
        <p:spPr>
          <a:xfrm>
            <a:off x="685800" y="1828800"/>
            <a:ext cx="10820095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4400" b="1" dirty="0">
                <a:solidFill>
                  <a:schemeClr val="bg1"/>
                </a:solidFill>
              </a:rPr>
              <a:t>"나는 이 나라 왕에게</a:t>
            </a:r>
            <a:endParaRPr lang="en-US" sz="4400" dirty="0"/>
          </a:p>
          <a:p>
            <a:pPr algn="ctr" indent="0" marL="0">
              <a:lnSpc>
                <a:spcPct val="125000"/>
              </a:lnSpc>
              <a:buNone/>
            </a:pPr>
            <a:r>
              <a:rPr lang="en-US" sz="4400" b="1" dirty="0">
                <a:solidFill>
                  <a:schemeClr val="accent1"/>
                </a:solidFill>
              </a:rPr>
              <a:t>속했습니다"</a:t>
            </a:r>
            <a:endParaRPr lang="en-US" sz="4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4652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34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Grace Dawn">
  <a:themeElements>
    <a:clrScheme name="Grace Dawn">
      <a:dk1>
        <a:srgbClr val="141A2E"/>
      </a:dk1>
      <a:lt1>
        <a:srgbClr val="F3EFE6"/>
      </a:lt1>
      <a:dk2>
        <a:srgbClr val="222B47"/>
      </a:dk2>
      <a:lt2>
        <a:srgbClr val="A3ABC2"/>
      </a:lt2>
      <a:accent1>
        <a:srgbClr val="EBC06A"/>
      </a:accent1>
      <a:accent2>
        <a:srgbClr val="7C86A8"/>
      </a:accent2>
      <a:accent3>
        <a:srgbClr val="D38B5D"/>
      </a:accent3>
      <a:accent4>
        <a:srgbClr val="8FB3A4"/>
      </a:accent4>
      <a:accent5>
        <a:srgbClr val="7FA3D1"/>
      </a:accent5>
      <a:accent6>
        <a:srgbClr val="C49AB0"/>
      </a:accent6>
      <a:hlink>
        <a:srgbClr val="EBC06A"/>
      </a:hlink>
      <a:folHlink>
        <a:srgbClr val="A3ABC2"/>
      </a:folHlink>
    </a:clrScheme>
    <a:fontScheme name="Grace Dawn">
      <a:majorFont>
        <a:latin typeface="Malgun Gothic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algun Gothic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34</Slides>
  <Notes>34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34</vt:i4>
      </vt:variant>
    </vt:vector>
  </HeadingPairs>
  <TitlesOfParts>
    <vt:vector size="3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은혜로 사는 인생</dc:title>
  <dc:subject>PptxGenJS Presentation</dc:subject>
  <dc:creator>설교 성경연구 부서</dc:creator>
  <cp:lastModifiedBy>설교 성경연구 부서</cp:lastModifiedBy>
  <cp:revision>1</cp:revision>
  <dcterms:created xsi:type="dcterms:W3CDTF">2026-10-24T01:51:11Z</dcterms:created>
  <dcterms:modified xsi:type="dcterms:W3CDTF">2026-10-24T01:51:11Z</dcterms:modified>
</cp:coreProperties>
</file>